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14443" r:id="rId2"/>
    <p:sldId id="3514444" r:id="rId3"/>
    <p:sldId id="257" r:id="rId4"/>
    <p:sldId id="258" r:id="rId5"/>
    <p:sldId id="259" r:id="rId6"/>
    <p:sldId id="261" r:id="rId7"/>
    <p:sldId id="263" r:id="rId8"/>
    <p:sldId id="264" r:id="rId9"/>
    <p:sldId id="265" r:id="rId10"/>
    <p:sldId id="266" r:id="rId11"/>
    <p:sldId id="267" r:id="rId12"/>
    <p:sldId id="3514442" r:id="rId13"/>
    <p:sldId id="3514440" r:id="rId14"/>
    <p:sldId id="268" r:id="rId15"/>
    <p:sldId id="3514441" r:id="rId16"/>
    <p:sldId id="3514439" r:id="rId17"/>
    <p:sldId id="269" r:id="rId18"/>
    <p:sldId id="270" r:id="rId19"/>
  </p:sldIdLst>
  <p:sldSz cx="6858000" cy="9906000" type="A4"/>
  <p:notesSz cx="6858000" cy="9144000"/>
  <p:custDataLst>
    <p:tags r:id="rId2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F3E1"/>
    <a:srgbClr val="EAF4E4"/>
    <a:srgbClr val="F3F3F3"/>
    <a:srgbClr val="A2B9E2"/>
    <a:srgbClr val="D1E6EF"/>
    <a:srgbClr val="FCEBE0"/>
    <a:srgbClr val="C4DFEA"/>
    <a:srgbClr val="9AC9DB"/>
    <a:srgbClr val="FBE4E1"/>
    <a:srgbClr val="FDEF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2" d="100"/>
          <a:sy n="62" d="100"/>
        </p:scale>
        <p:origin x="184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2A5-6C13-4DA7-80D3-EF7FF720F269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626E-58EE-485A-8B28-F3F8D00B9D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113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2A5-6C13-4DA7-80D3-EF7FF720F269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626E-58EE-485A-8B28-F3F8D00B9D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644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2A5-6C13-4DA7-80D3-EF7FF720F269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626E-58EE-485A-8B28-F3F8D00B9D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565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2A5-6C13-4DA7-80D3-EF7FF720F269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626E-58EE-485A-8B28-F3F8D00B9D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89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2A5-6C13-4DA7-80D3-EF7FF720F269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626E-58EE-485A-8B28-F3F8D00B9D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10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2A5-6C13-4DA7-80D3-EF7FF720F269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626E-58EE-485A-8B28-F3F8D00B9D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000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2A5-6C13-4DA7-80D3-EF7FF720F269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626E-58EE-485A-8B28-F3F8D00B9D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654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2A5-6C13-4DA7-80D3-EF7FF720F269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626E-58EE-485A-8B28-F3F8D00B9D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779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2A5-6C13-4DA7-80D3-EF7FF720F269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626E-58EE-485A-8B28-F3F8D00B9D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4579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2A5-6C13-4DA7-80D3-EF7FF720F269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626E-58EE-485A-8B28-F3F8D00B9D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996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2A5-6C13-4DA7-80D3-EF7FF720F269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8626E-58EE-485A-8B28-F3F8D00B9D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943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3"/>
          <p:cNvSpPr txBox="1"/>
          <p:nvPr userDrawn="1"/>
        </p:nvSpPr>
        <p:spPr>
          <a:xfrm>
            <a:off x="3265027" y="9477651"/>
            <a:ext cx="323306" cy="428350"/>
          </a:xfrm>
          <a:prstGeom prst="rect">
            <a:avLst/>
          </a:prstGeom>
        </p:spPr>
        <p:txBody>
          <a:bodyPr vert="horz" lIns="41791" tIns="20896" rIns="41791" bIns="20896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fld id="{5E8131BB-B3CC-460E-B28E-F0976DED2B2C}" type="slidenum">
              <a:rPr lang="en-US" sz="821" smtClean="0"/>
              <a:pPr marL="0" indent="0">
                <a:buNone/>
              </a:pPr>
              <a:t>‹#›</a:t>
            </a:fld>
            <a:endParaRPr lang="en-US" sz="821" dirty="0"/>
          </a:p>
        </p:txBody>
      </p:sp>
    </p:spTree>
    <p:extLst>
      <p:ext uri="{BB962C8B-B14F-4D97-AF65-F5344CB8AC3E}">
        <p14:creationId xmlns:p14="http://schemas.microsoft.com/office/powerpoint/2010/main" val="1407966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6442A5-6C13-4DA7-80D3-EF7FF720F269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F8626E-58EE-485A-8B28-F3F8D00B9D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32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qazplm12_3/article/details/114559055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5" Type="http://schemas.openxmlformats.org/officeDocument/2006/relationships/hyperlink" Target="https://www.yanfajia.com/news/2705.html" TargetMode="External"/><Relationship Id="rId4" Type="http://schemas.openxmlformats.org/officeDocument/2006/relationships/hyperlink" Target="https://blog.csdn.net/slandarer/article/details/114157177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28.png"/><Relationship Id="rId12" Type="http://schemas.openxmlformats.org/officeDocument/2006/relationships/image" Target="../media/image2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6" Type="http://schemas.openxmlformats.org/officeDocument/2006/relationships/image" Target="../media/image27.png"/><Relationship Id="rId11" Type="http://schemas.openxmlformats.org/officeDocument/2006/relationships/image" Target="../media/image21.png"/><Relationship Id="rId5" Type="http://schemas.openxmlformats.org/officeDocument/2006/relationships/image" Target="../media/image26.png"/><Relationship Id="rId15" Type="http://schemas.openxmlformats.org/officeDocument/2006/relationships/image" Target="../media/image32.png"/><Relationship Id="rId10" Type="http://schemas.openxmlformats.org/officeDocument/2006/relationships/image" Target="../media/image3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svg"/><Relationship Id="rId3" Type="http://schemas.openxmlformats.org/officeDocument/2006/relationships/image" Target="../media/image33.png"/><Relationship Id="rId21" Type="http://schemas.openxmlformats.org/officeDocument/2006/relationships/image" Target="../media/image5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6.png"/><Relationship Id="rId20" Type="http://schemas.openxmlformats.org/officeDocument/2006/relationships/image" Target="../media/image50.svg"/><Relationship Id="rId1" Type="http://schemas.openxmlformats.org/officeDocument/2006/relationships/tags" Target="../tags/tag1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0.png"/><Relationship Id="rId13" Type="http://schemas.openxmlformats.org/officeDocument/2006/relationships/image" Target="../media/image63.png"/><Relationship Id="rId18" Type="http://schemas.openxmlformats.org/officeDocument/2006/relationships/image" Target="../media/image68.svg"/><Relationship Id="rId3" Type="http://schemas.openxmlformats.org/officeDocument/2006/relationships/image" Target="../media/image530.png"/><Relationship Id="rId7" Type="http://schemas.openxmlformats.org/officeDocument/2006/relationships/image" Target="../media/image570.png"/><Relationship Id="rId12" Type="http://schemas.openxmlformats.org/officeDocument/2006/relationships/image" Target="../media/image62.svg"/><Relationship Id="rId17" Type="http://schemas.openxmlformats.org/officeDocument/2006/relationships/image" Target="../media/image67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6.svg"/><Relationship Id="rId1" Type="http://schemas.openxmlformats.org/officeDocument/2006/relationships/tags" Target="../tags/tag14.xml"/><Relationship Id="rId6" Type="http://schemas.openxmlformats.org/officeDocument/2006/relationships/image" Target="../media/image560.png"/><Relationship Id="rId11" Type="http://schemas.openxmlformats.org/officeDocument/2006/relationships/image" Target="../media/image61.png"/><Relationship Id="rId5" Type="http://schemas.openxmlformats.org/officeDocument/2006/relationships/image" Target="../media/image550.png"/><Relationship Id="rId15" Type="http://schemas.openxmlformats.org/officeDocument/2006/relationships/image" Target="../media/image65.png"/><Relationship Id="rId10" Type="http://schemas.openxmlformats.org/officeDocument/2006/relationships/image" Target="../media/image600.png"/><Relationship Id="rId4" Type="http://schemas.openxmlformats.org/officeDocument/2006/relationships/image" Target="../media/image540.png"/><Relationship Id="rId9" Type="http://schemas.openxmlformats.org/officeDocument/2006/relationships/image" Target="../media/image590.png"/><Relationship Id="rId14" Type="http://schemas.openxmlformats.org/officeDocument/2006/relationships/image" Target="../media/image64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Relationship Id="rId4" Type="http://schemas.openxmlformats.org/officeDocument/2006/relationships/image" Target="../media/image7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A999356-0679-441F-B103-8E72B55A76C5}"/>
              </a:ext>
            </a:extLst>
          </p:cNvPr>
          <p:cNvCxnSpPr/>
          <p:nvPr/>
        </p:nvCxnSpPr>
        <p:spPr>
          <a:xfrm>
            <a:off x="3429000" y="0"/>
            <a:ext cx="0" cy="990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D69D23BF-508C-4A94-8EBC-262E722C7346}"/>
              </a:ext>
            </a:extLst>
          </p:cNvPr>
          <p:cNvSpPr/>
          <p:nvPr/>
        </p:nvSpPr>
        <p:spPr>
          <a:xfrm>
            <a:off x="4200041" y="2836190"/>
            <a:ext cx="1270861" cy="5424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" name="连接符: 曲线 4">
            <a:extLst>
              <a:ext uri="{FF2B5EF4-FFF2-40B4-BE49-F238E27FC236}">
                <a16:creationId xmlns:a16="http://schemas.microsoft.com/office/drawing/2014/main" id="{587113AB-B24C-403A-9539-778B5DD8A999}"/>
              </a:ext>
            </a:extLst>
          </p:cNvPr>
          <p:cNvCxnSpPr/>
          <p:nvPr/>
        </p:nvCxnSpPr>
        <p:spPr>
          <a:xfrm flipV="1">
            <a:off x="5579390" y="2611464"/>
            <a:ext cx="852407" cy="495946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487543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A999356-0679-441F-B103-8E72B55A76C5}"/>
              </a:ext>
            </a:extLst>
          </p:cNvPr>
          <p:cNvCxnSpPr/>
          <p:nvPr/>
        </p:nvCxnSpPr>
        <p:spPr>
          <a:xfrm>
            <a:off x="3429000" y="0"/>
            <a:ext cx="0" cy="990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370572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F97B160-E052-42EA-BBB9-B61C3EAD9826}"/>
              </a:ext>
            </a:extLst>
          </p:cNvPr>
          <p:cNvSpPr txBox="1"/>
          <p:nvPr/>
        </p:nvSpPr>
        <p:spPr>
          <a:xfrm>
            <a:off x="1889864" y="4629834"/>
            <a:ext cx="3429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3"/>
              </a:rPr>
              <a:t>https://blog.csdn.net/qazplm12_3/article/details/114559055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>
                <a:hlinkClick r:id="rId4"/>
              </a:rPr>
              <a:t>https://blog.csdn.net/slandarer/article/details/114157177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>
                <a:hlinkClick r:id="rId5"/>
              </a:rPr>
              <a:t>https://www.yanfajia.com/news/2705.html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https://zhuanlan.zhihu.com/p/841018308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76665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9B936C2-C155-4D16-9A61-13F9F22F6F9A}"/>
              </a:ext>
            </a:extLst>
          </p:cNvPr>
          <p:cNvSpPr txBox="1"/>
          <p:nvPr/>
        </p:nvSpPr>
        <p:spPr>
          <a:xfrm>
            <a:off x="2472742" y="3010848"/>
            <a:ext cx="1413458" cy="34277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tIns="36000" bIns="72000" rtlCol="0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这里是文本框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F15C2F-DD9E-4AA3-B140-A028082154F9}"/>
              </a:ext>
            </a:extLst>
          </p:cNvPr>
          <p:cNvSpPr/>
          <p:nvPr/>
        </p:nvSpPr>
        <p:spPr>
          <a:xfrm>
            <a:off x="1057301" y="2910840"/>
            <a:ext cx="1135380" cy="155448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D8C9BAE-4BEB-4FF3-A5E2-4D6F9F9E4247}"/>
              </a:ext>
            </a:extLst>
          </p:cNvPr>
          <p:cNvCxnSpPr/>
          <p:nvPr/>
        </p:nvCxnSpPr>
        <p:spPr>
          <a:xfrm>
            <a:off x="350520" y="2491740"/>
            <a:ext cx="0" cy="277368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左大括号 5">
            <a:extLst>
              <a:ext uri="{FF2B5EF4-FFF2-40B4-BE49-F238E27FC236}">
                <a16:creationId xmlns:a16="http://schemas.microsoft.com/office/drawing/2014/main" id="{FFCD72D7-458B-45A5-850E-376DFB2C55F8}"/>
              </a:ext>
            </a:extLst>
          </p:cNvPr>
          <p:cNvSpPr/>
          <p:nvPr/>
        </p:nvSpPr>
        <p:spPr>
          <a:xfrm rot="16200000">
            <a:off x="3461664" y="3417322"/>
            <a:ext cx="725286" cy="2486001"/>
          </a:xfrm>
          <a:prstGeom prst="leftBrace">
            <a:avLst>
              <a:gd name="adj1" fmla="val 72412"/>
              <a:gd name="adj2" fmla="val 51533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0" rIns="0" bIns="0" rtlCol="0" anchor="ctr"/>
          <a:lstStyle/>
          <a:p>
            <a:pPr algn="ctr"/>
            <a:endParaRPr lang="zh-CN" altLang="en-US"/>
          </a:p>
        </p:txBody>
      </p: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7D7C3393-607F-4B32-A6B6-74B6C728A49E}"/>
              </a:ext>
            </a:extLst>
          </p:cNvPr>
          <p:cNvCxnSpPr>
            <a:cxnSpLocks/>
          </p:cNvCxnSpPr>
          <p:nvPr/>
        </p:nvCxnSpPr>
        <p:spPr>
          <a:xfrm>
            <a:off x="1093527" y="5967024"/>
            <a:ext cx="902913" cy="654756"/>
          </a:xfrm>
          <a:prstGeom prst="bentConnector3">
            <a:avLst>
              <a:gd name="adj1" fmla="val 50000"/>
            </a:avLst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DA16EE70-7630-43AB-8E79-7AC13A7CC95E}"/>
              </a:ext>
            </a:extLst>
          </p:cNvPr>
          <p:cNvSpPr/>
          <p:nvPr/>
        </p:nvSpPr>
        <p:spPr>
          <a:xfrm>
            <a:off x="2581306" y="1135380"/>
            <a:ext cx="1975454" cy="931410"/>
          </a:xfrm>
          <a:prstGeom prst="rect">
            <a:avLst/>
          </a:prstGeom>
          <a:solidFill>
            <a:schemeClr val="accent6">
              <a:lumMod val="20000"/>
              <a:lumOff val="80000"/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1150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6F10F82-14F3-457E-B96F-36F7D3298739}"/>
              </a:ext>
            </a:extLst>
          </p:cNvPr>
          <p:cNvSpPr/>
          <p:nvPr/>
        </p:nvSpPr>
        <p:spPr>
          <a:xfrm>
            <a:off x="112426" y="106680"/>
            <a:ext cx="6631274" cy="9677400"/>
          </a:xfrm>
          <a:prstGeom prst="rect">
            <a:avLst/>
          </a:prstGeom>
          <a:solidFill>
            <a:schemeClr val="accent6">
              <a:lumMod val="20000"/>
              <a:lumOff val="80000"/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5B973B1-C2A7-4AF9-8B5C-42201BCA4EC4}"/>
              </a:ext>
            </a:extLst>
          </p:cNvPr>
          <p:cNvSpPr txBox="1"/>
          <p:nvPr/>
        </p:nvSpPr>
        <p:spPr>
          <a:xfrm>
            <a:off x="514402" y="435288"/>
            <a:ext cx="1413458" cy="342773"/>
          </a:xfrm>
          <a:prstGeom prst="rect">
            <a:avLst/>
          </a:prstGeom>
          <a:solidFill>
            <a:srgbClr val="F7E1ED"/>
          </a:solidFill>
          <a:ln w="12700">
            <a:solidFill>
              <a:schemeClr val="tx1"/>
            </a:solidFill>
          </a:ln>
        </p:spPr>
        <p:txBody>
          <a:bodyPr wrap="square" tIns="36000" bIns="72000" rtlCol="0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这里是文本框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18AF38E-6220-4F9F-A9DA-AB7425E98D87}"/>
              </a:ext>
            </a:extLst>
          </p:cNvPr>
          <p:cNvSpPr/>
          <p:nvPr/>
        </p:nvSpPr>
        <p:spPr>
          <a:xfrm>
            <a:off x="1630680" y="1394460"/>
            <a:ext cx="3078480" cy="342773"/>
          </a:xfrm>
          <a:prstGeom prst="rect">
            <a:avLst/>
          </a:prstGeom>
          <a:solidFill>
            <a:srgbClr val="8ECFC9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这里是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6401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217425D-0E50-4C4E-BB2C-B6B48B66FB25}"/>
              </a:ext>
            </a:extLst>
          </p:cNvPr>
          <p:cNvSpPr/>
          <p:nvPr/>
        </p:nvSpPr>
        <p:spPr>
          <a:xfrm>
            <a:off x="451485" y="1600200"/>
            <a:ext cx="65532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交易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F51B6D-A0AD-4697-A05E-600B6FAD97EA}"/>
              </a:ext>
            </a:extLst>
          </p:cNvPr>
          <p:cNvSpPr/>
          <p:nvPr/>
        </p:nvSpPr>
        <p:spPr>
          <a:xfrm>
            <a:off x="634365" y="1866900"/>
            <a:ext cx="65532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交易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DD0764C-1817-4394-B140-BDAF0445E8B9}"/>
              </a:ext>
            </a:extLst>
          </p:cNvPr>
          <p:cNvSpPr/>
          <p:nvPr/>
        </p:nvSpPr>
        <p:spPr>
          <a:xfrm>
            <a:off x="832485" y="2133600"/>
            <a:ext cx="65532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交易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860F7E-57BC-4E1F-9F01-63E1B5E13A11}"/>
              </a:ext>
            </a:extLst>
          </p:cNvPr>
          <p:cNvSpPr/>
          <p:nvPr/>
        </p:nvSpPr>
        <p:spPr>
          <a:xfrm>
            <a:off x="1022985" y="2400300"/>
            <a:ext cx="65532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交易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A567A3-D27E-4920-A32C-07A922496C70}"/>
              </a:ext>
            </a:extLst>
          </p:cNvPr>
          <p:cNvSpPr/>
          <p:nvPr/>
        </p:nvSpPr>
        <p:spPr>
          <a:xfrm>
            <a:off x="1221105" y="2667000"/>
            <a:ext cx="65532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交易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EA12040-6D6F-45C0-8EBE-21129ABC2C0C}"/>
              </a:ext>
            </a:extLst>
          </p:cNvPr>
          <p:cNvSpPr/>
          <p:nvPr/>
        </p:nvSpPr>
        <p:spPr>
          <a:xfrm>
            <a:off x="1403985" y="2933700"/>
            <a:ext cx="65532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交易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6E6232C-385D-4FC2-B0E4-42C7AE82E8D9}"/>
              </a:ext>
            </a:extLst>
          </p:cNvPr>
          <p:cNvSpPr/>
          <p:nvPr/>
        </p:nvSpPr>
        <p:spPr>
          <a:xfrm>
            <a:off x="1602105" y="3200400"/>
            <a:ext cx="65532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交易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FBFB5F-1237-4C70-9AC9-C2E7D2A2E35E}"/>
              </a:ext>
            </a:extLst>
          </p:cNvPr>
          <p:cNvSpPr/>
          <p:nvPr/>
        </p:nvSpPr>
        <p:spPr>
          <a:xfrm>
            <a:off x="1792605" y="3467100"/>
            <a:ext cx="65532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交易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CF4E49-6A77-40B9-9262-D461C132BF9C}"/>
              </a:ext>
            </a:extLst>
          </p:cNvPr>
          <p:cNvSpPr/>
          <p:nvPr/>
        </p:nvSpPr>
        <p:spPr>
          <a:xfrm>
            <a:off x="1983105" y="3733800"/>
            <a:ext cx="65532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交易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939D658-3AB9-4821-8879-3F3AB45299F6}"/>
              </a:ext>
            </a:extLst>
          </p:cNvPr>
          <p:cNvSpPr/>
          <p:nvPr/>
        </p:nvSpPr>
        <p:spPr>
          <a:xfrm>
            <a:off x="200025" y="1596390"/>
            <a:ext cx="2293620" cy="1870710"/>
          </a:xfrm>
          <a:prstGeom prst="round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85B3DAE-B20A-4BC2-BF18-4C294D0107EA}"/>
              </a:ext>
            </a:extLst>
          </p:cNvPr>
          <p:cNvSpPr/>
          <p:nvPr/>
        </p:nvSpPr>
        <p:spPr>
          <a:xfrm>
            <a:off x="3520440" y="1600200"/>
            <a:ext cx="65532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交易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51F8C4-941B-43CC-A79A-3D1D4BF577CE}"/>
              </a:ext>
            </a:extLst>
          </p:cNvPr>
          <p:cNvSpPr/>
          <p:nvPr/>
        </p:nvSpPr>
        <p:spPr>
          <a:xfrm>
            <a:off x="3703320" y="1866900"/>
            <a:ext cx="65532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交易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D83DEDD-CA59-440D-A9E8-93CC30B4F632}"/>
              </a:ext>
            </a:extLst>
          </p:cNvPr>
          <p:cNvSpPr/>
          <p:nvPr/>
        </p:nvSpPr>
        <p:spPr>
          <a:xfrm>
            <a:off x="3901440" y="2133600"/>
            <a:ext cx="65532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交易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8425A69-833F-4C0E-96DC-E79186E01122}"/>
              </a:ext>
            </a:extLst>
          </p:cNvPr>
          <p:cNvSpPr/>
          <p:nvPr/>
        </p:nvSpPr>
        <p:spPr>
          <a:xfrm>
            <a:off x="4091940" y="2400300"/>
            <a:ext cx="65532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交易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86C4D09-8A17-4129-B699-A16AD3371211}"/>
              </a:ext>
            </a:extLst>
          </p:cNvPr>
          <p:cNvSpPr/>
          <p:nvPr/>
        </p:nvSpPr>
        <p:spPr>
          <a:xfrm>
            <a:off x="4290060" y="2667000"/>
            <a:ext cx="65532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交易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8C92250-4721-4D3B-AD4E-A57313ACB03A}"/>
              </a:ext>
            </a:extLst>
          </p:cNvPr>
          <p:cNvSpPr/>
          <p:nvPr/>
        </p:nvSpPr>
        <p:spPr>
          <a:xfrm>
            <a:off x="4472940" y="2933700"/>
            <a:ext cx="65532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交易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8A2A867-FF3A-4163-ABDC-FEBF6FD7C7C8}"/>
              </a:ext>
            </a:extLst>
          </p:cNvPr>
          <p:cNvSpPr/>
          <p:nvPr/>
        </p:nvSpPr>
        <p:spPr>
          <a:xfrm>
            <a:off x="4671060" y="3200400"/>
            <a:ext cx="65532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交易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582A854-74BC-4B34-ADDC-D35A7A0B7DF5}"/>
              </a:ext>
            </a:extLst>
          </p:cNvPr>
          <p:cNvSpPr/>
          <p:nvPr/>
        </p:nvSpPr>
        <p:spPr>
          <a:xfrm>
            <a:off x="4861560" y="3467100"/>
            <a:ext cx="65532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交易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70957B9-0B9E-47FF-A1AF-AA0798767FB5}"/>
              </a:ext>
            </a:extLst>
          </p:cNvPr>
          <p:cNvSpPr/>
          <p:nvPr/>
        </p:nvSpPr>
        <p:spPr>
          <a:xfrm>
            <a:off x="5052060" y="3733800"/>
            <a:ext cx="65532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交易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B748899-6827-4C4B-9B2B-CE8FEAD68E25}"/>
              </a:ext>
            </a:extLst>
          </p:cNvPr>
          <p:cNvSpPr/>
          <p:nvPr/>
        </p:nvSpPr>
        <p:spPr>
          <a:xfrm>
            <a:off x="3368040" y="1596390"/>
            <a:ext cx="1303020" cy="803910"/>
          </a:xfrm>
          <a:prstGeom prst="round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8750BBC-0490-4017-8F4A-6E39A4129C35}"/>
              </a:ext>
            </a:extLst>
          </p:cNvPr>
          <p:cNvSpPr txBox="1"/>
          <p:nvPr/>
        </p:nvSpPr>
        <p:spPr>
          <a:xfrm>
            <a:off x="2326005" y="3975854"/>
            <a:ext cx="708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3EBA67-D921-4084-A5D0-ED3A0E08131B}"/>
              </a:ext>
            </a:extLst>
          </p:cNvPr>
          <p:cNvSpPr txBox="1"/>
          <p:nvPr/>
        </p:nvSpPr>
        <p:spPr>
          <a:xfrm>
            <a:off x="5379720" y="3975854"/>
            <a:ext cx="708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56E9F29-9096-4BEF-8989-7ECA9BF40418}"/>
              </a:ext>
            </a:extLst>
          </p:cNvPr>
          <p:cNvSpPr/>
          <p:nvPr/>
        </p:nvSpPr>
        <p:spPr>
          <a:xfrm>
            <a:off x="3947160" y="2396490"/>
            <a:ext cx="1303020" cy="803910"/>
          </a:xfrm>
          <a:prstGeom prst="round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5B356E9-D07E-495D-BCB2-F53F4A306FE8}"/>
              </a:ext>
            </a:extLst>
          </p:cNvPr>
          <p:cNvSpPr/>
          <p:nvPr/>
        </p:nvSpPr>
        <p:spPr>
          <a:xfrm>
            <a:off x="4549140" y="3204210"/>
            <a:ext cx="1303020" cy="803910"/>
          </a:xfrm>
          <a:prstGeom prst="round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9A767B-A4B9-4CF3-8D70-E8DE0F142D2A}"/>
              </a:ext>
            </a:extLst>
          </p:cNvPr>
          <p:cNvSpPr txBox="1"/>
          <p:nvPr/>
        </p:nvSpPr>
        <p:spPr>
          <a:xfrm>
            <a:off x="2474595" y="1605290"/>
            <a:ext cx="9601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区块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#1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C71F8F3-03E7-4CD5-A830-D9A9C97FA27C}"/>
              </a:ext>
            </a:extLst>
          </p:cNvPr>
          <p:cNvSpPr txBox="1"/>
          <p:nvPr/>
        </p:nvSpPr>
        <p:spPr>
          <a:xfrm>
            <a:off x="4693920" y="1605290"/>
            <a:ext cx="9601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区块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#1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398D209-6DCA-4AFB-BB21-0BC84F51FD25}"/>
              </a:ext>
            </a:extLst>
          </p:cNvPr>
          <p:cNvSpPr txBox="1"/>
          <p:nvPr/>
        </p:nvSpPr>
        <p:spPr>
          <a:xfrm>
            <a:off x="5273040" y="2405390"/>
            <a:ext cx="9601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区块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#2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79B2A2C-8AFB-4207-8DF4-6A6157C70657}"/>
              </a:ext>
            </a:extLst>
          </p:cNvPr>
          <p:cNvSpPr txBox="1"/>
          <p:nvPr/>
        </p:nvSpPr>
        <p:spPr>
          <a:xfrm>
            <a:off x="5875020" y="3205490"/>
            <a:ext cx="6781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区块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#3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5467806-B22F-41F0-A5CC-1DAF5353E70C}"/>
              </a:ext>
            </a:extLst>
          </p:cNvPr>
          <p:cNvSpPr txBox="1"/>
          <p:nvPr/>
        </p:nvSpPr>
        <p:spPr>
          <a:xfrm>
            <a:off x="809625" y="4369713"/>
            <a:ext cx="15316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区块参数：</a:t>
            </a:r>
            <a:endParaRPr lang="en-US" altLang="zh-CN" sz="11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区块大小为</a:t>
            </a:r>
            <a:r>
              <a:rPr lang="en-US" altLang="zh-CN" sz="1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1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（交易）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AF7F0CB-B98B-4B7E-988C-537DAB71021E}"/>
              </a:ext>
            </a:extLst>
          </p:cNvPr>
          <p:cNvSpPr txBox="1"/>
          <p:nvPr/>
        </p:nvSpPr>
        <p:spPr>
          <a:xfrm>
            <a:off x="4208145" y="4379238"/>
            <a:ext cx="15316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区块参数：</a:t>
            </a:r>
            <a:endParaRPr lang="en-US" altLang="zh-CN" sz="11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区块大小为</a:t>
            </a:r>
            <a:r>
              <a:rPr lang="en-US" altLang="zh-CN" sz="1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1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（交易）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A43BA07-6F2D-483C-BBDC-CEC87304403B}"/>
              </a:ext>
            </a:extLst>
          </p:cNvPr>
          <p:cNvSpPr/>
          <p:nvPr/>
        </p:nvSpPr>
        <p:spPr>
          <a:xfrm>
            <a:off x="1293495" y="1944886"/>
            <a:ext cx="1200150" cy="1107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787F056-EFEF-465E-9F07-F8E66C3609E1}"/>
              </a:ext>
            </a:extLst>
          </p:cNvPr>
          <p:cNvSpPr/>
          <p:nvPr/>
        </p:nvSpPr>
        <p:spPr>
          <a:xfrm>
            <a:off x="4360545" y="1944886"/>
            <a:ext cx="310515" cy="12052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622121B-18B8-4F4C-99D7-3656671EDE26}"/>
              </a:ext>
            </a:extLst>
          </p:cNvPr>
          <p:cNvSpPr/>
          <p:nvPr/>
        </p:nvSpPr>
        <p:spPr>
          <a:xfrm>
            <a:off x="85725" y="1453337"/>
            <a:ext cx="2981325" cy="291637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86BFB0E-951D-4C11-95E0-FA2CDC679C67}"/>
              </a:ext>
            </a:extLst>
          </p:cNvPr>
          <p:cNvSpPr/>
          <p:nvPr/>
        </p:nvSpPr>
        <p:spPr>
          <a:xfrm>
            <a:off x="3295650" y="1462862"/>
            <a:ext cx="3124200" cy="291637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122E284-1E06-4CE0-9743-28B031B6F88F}"/>
              </a:ext>
            </a:extLst>
          </p:cNvPr>
          <p:cNvSpPr txBox="1"/>
          <p:nvPr/>
        </p:nvSpPr>
        <p:spPr>
          <a:xfrm>
            <a:off x="1073468" y="1669659"/>
            <a:ext cx="15316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等待时延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4505822-4EE2-4C06-8D54-3E58D6902D1D}"/>
              </a:ext>
            </a:extLst>
          </p:cNvPr>
          <p:cNvSpPr txBox="1"/>
          <p:nvPr/>
        </p:nvSpPr>
        <p:spPr>
          <a:xfrm>
            <a:off x="4217670" y="1869445"/>
            <a:ext cx="15316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等待时延</a:t>
            </a:r>
          </a:p>
        </p:txBody>
      </p:sp>
      <p:sp>
        <p:nvSpPr>
          <p:cNvPr id="40" name="箭头: 左弧形 39">
            <a:extLst>
              <a:ext uri="{FF2B5EF4-FFF2-40B4-BE49-F238E27FC236}">
                <a16:creationId xmlns:a16="http://schemas.microsoft.com/office/drawing/2014/main" id="{2C229890-B159-4AFC-AC0A-F192BDD8C53B}"/>
              </a:ext>
            </a:extLst>
          </p:cNvPr>
          <p:cNvSpPr/>
          <p:nvPr/>
        </p:nvSpPr>
        <p:spPr>
          <a:xfrm rot="16200000">
            <a:off x="3069728" y="3991394"/>
            <a:ext cx="430886" cy="1948812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15E6D69-1879-44DC-8DAC-08412CC515F8}"/>
              </a:ext>
            </a:extLst>
          </p:cNvPr>
          <p:cNvSpPr txBox="1"/>
          <p:nvPr/>
        </p:nvSpPr>
        <p:spPr>
          <a:xfrm>
            <a:off x="2465070" y="4820826"/>
            <a:ext cx="15316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区块参数调整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51549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DC7D05B-0DF0-4D19-96B7-8F0786207417}"/>
              </a:ext>
            </a:extLst>
          </p:cNvPr>
          <p:cNvSpPr/>
          <p:nvPr/>
        </p:nvSpPr>
        <p:spPr>
          <a:xfrm>
            <a:off x="480060" y="3219450"/>
            <a:ext cx="65532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bg1">
                    <a:lumMod val="9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交易</a:t>
            </a:r>
            <a:r>
              <a:rPr lang="en-US" altLang="zh-CN" sz="1100" dirty="0">
                <a:solidFill>
                  <a:schemeClr val="bg1">
                    <a:lumMod val="9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lang="zh-CN" altLang="en-US" sz="1100" dirty="0">
              <a:solidFill>
                <a:schemeClr val="bg1">
                  <a:lumMod val="9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E5FA1DB-2241-4349-9A1B-C7721D69FD1D}"/>
              </a:ext>
            </a:extLst>
          </p:cNvPr>
          <p:cNvSpPr/>
          <p:nvPr/>
        </p:nvSpPr>
        <p:spPr>
          <a:xfrm>
            <a:off x="1365885" y="3228975"/>
            <a:ext cx="65532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交易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B9F5215-E2F3-4716-AD89-FE31BEC55D26}"/>
              </a:ext>
            </a:extLst>
          </p:cNvPr>
          <p:cNvSpPr/>
          <p:nvPr/>
        </p:nvSpPr>
        <p:spPr>
          <a:xfrm>
            <a:off x="2242185" y="3238500"/>
            <a:ext cx="65532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交易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52AA3D99-CA30-49F2-89F3-2C83BCB382A7}"/>
                  </a:ext>
                </a:extLst>
              </p:cNvPr>
              <p:cNvSpPr/>
              <p:nvPr/>
            </p:nvSpPr>
            <p:spPr>
              <a:xfrm>
                <a:off x="969645" y="1866898"/>
                <a:ext cx="541020" cy="35242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52AA3D99-CA30-49F2-89F3-2C83BCB382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645" y="1866898"/>
                <a:ext cx="541020" cy="35242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65C8336E-57C0-4270-8FB0-9276391FE6F2}"/>
                  </a:ext>
                </a:extLst>
              </p:cNvPr>
              <p:cNvSpPr/>
              <p:nvPr/>
            </p:nvSpPr>
            <p:spPr>
              <a:xfrm>
                <a:off x="537210" y="2571749"/>
                <a:ext cx="541020" cy="35242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65C8336E-57C0-4270-8FB0-9276391FE6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10" y="2571749"/>
                <a:ext cx="541020" cy="35242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0EF5FADB-4605-470E-8952-C12DE9FC5E05}"/>
                  </a:ext>
                </a:extLst>
              </p:cNvPr>
              <p:cNvSpPr/>
              <p:nvPr/>
            </p:nvSpPr>
            <p:spPr>
              <a:xfrm>
                <a:off x="1423035" y="2571749"/>
                <a:ext cx="541020" cy="35242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0EF5FADB-4605-470E-8952-C12DE9FC5E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035" y="2571749"/>
                <a:ext cx="541020" cy="35242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27BAEAD7-20B1-440F-AB3C-5DD16128AD11}"/>
                  </a:ext>
                </a:extLst>
              </p:cNvPr>
              <p:cNvSpPr/>
              <p:nvPr/>
            </p:nvSpPr>
            <p:spPr>
              <a:xfrm>
                <a:off x="2299335" y="2576510"/>
                <a:ext cx="541020" cy="35242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27BAEAD7-20B1-440F-AB3C-5DD16128AD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335" y="2576510"/>
                <a:ext cx="541020" cy="352425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21DD7126-D488-44A7-8B82-A30876EBEDB9}"/>
                  </a:ext>
                </a:extLst>
              </p:cNvPr>
              <p:cNvSpPr/>
              <p:nvPr/>
            </p:nvSpPr>
            <p:spPr>
              <a:xfrm>
                <a:off x="1423035" y="1228715"/>
                <a:ext cx="541020" cy="35242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1,2,3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21DD7126-D488-44A7-8B82-A30876EBED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035" y="1228715"/>
                <a:ext cx="541020" cy="352425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48EB9B2F-1900-4D18-BFF3-42CCF451774D}"/>
              </a:ext>
            </a:extLst>
          </p:cNvPr>
          <p:cNvCxnSpPr>
            <a:stCxn id="2" idx="0"/>
            <a:endCxn id="19" idx="4"/>
          </p:cNvCxnSpPr>
          <p:nvPr/>
        </p:nvCxnSpPr>
        <p:spPr>
          <a:xfrm flipV="1">
            <a:off x="807720" y="2924174"/>
            <a:ext cx="0" cy="295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A0B40C03-A65D-42C5-855C-D37AB99128B0}"/>
              </a:ext>
            </a:extLst>
          </p:cNvPr>
          <p:cNvCxnSpPr>
            <a:stCxn id="15" idx="0"/>
            <a:endCxn id="20" idx="4"/>
          </p:cNvCxnSpPr>
          <p:nvPr/>
        </p:nvCxnSpPr>
        <p:spPr>
          <a:xfrm flipV="1">
            <a:off x="1693545" y="2924174"/>
            <a:ext cx="0" cy="304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E44A173A-6984-402E-9C91-D5A6345D971E}"/>
              </a:ext>
            </a:extLst>
          </p:cNvPr>
          <p:cNvCxnSpPr>
            <a:stCxn id="16" idx="0"/>
            <a:endCxn id="21" idx="4"/>
          </p:cNvCxnSpPr>
          <p:nvPr/>
        </p:nvCxnSpPr>
        <p:spPr>
          <a:xfrm flipV="1">
            <a:off x="2569845" y="2928935"/>
            <a:ext cx="0" cy="309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20A5FF47-E53B-4F4E-BF21-7D03FA1249E0}"/>
              </a:ext>
            </a:extLst>
          </p:cNvPr>
          <p:cNvCxnSpPr>
            <a:stCxn id="19" idx="0"/>
            <a:endCxn id="17" idx="4"/>
          </p:cNvCxnSpPr>
          <p:nvPr/>
        </p:nvCxnSpPr>
        <p:spPr>
          <a:xfrm flipV="1">
            <a:off x="807720" y="2219323"/>
            <a:ext cx="432435" cy="352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3507E95A-D851-4C2D-9FEC-61CF2A0440E5}"/>
              </a:ext>
            </a:extLst>
          </p:cNvPr>
          <p:cNvCxnSpPr>
            <a:stCxn id="20" idx="0"/>
            <a:endCxn id="17" idx="4"/>
          </p:cNvCxnSpPr>
          <p:nvPr/>
        </p:nvCxnSpPr>
        <p:spPr>
          <a:xfrm flipH="1" flipV="1">
            <a:off x="1240155" y="2219323"/>
            <a:ext cx="453390" cy="352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C4D91131-BB71-4CE6-AF28-887DE821564F}"/>
              </a:ext>
            </a:extLst>
          </p:cNvPr>
          <p:cNvCxnSpPr>
            <a:stCxn id="17" idx="0"/>
            <a:endCxn id="23" idx="4"/>
          </p:cNvCxnSpPr>
          <p:nvPr/>
        </p:nvCxnSpPr>
        <p:spPr>
          <a:xfrm flipV="1">
            <a:off x="1240155" y="1581140"/>
            <a:ext cx="453390" cy="285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5E2861C9-30FF-4DFA-9A17-BC64C70BD1D3}"/>
              </a:ext>
            </a:extLst>
          </p:cNvPr>
          <p:cNvCxnSpPr>
            <a:stCxn id="21" idx="0"/>
            <a:endCxn id="23" idx="4"/>
          </p:cNvCxnSpPr>
          <p:nvPr/>
        </p:nvCxnSpPr>
        <p:spPr>
          <a:xfrm flipH="1" flipV="1">
            <a:off x="1693545" y="1581140"/>
            <a:ext cx="876300" cy="995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353BCDD9-9A36-4144-9969-1E656E359B68}"/>
              </a:ext>
            </a:extLst>
          </p:cNvPr>
          <p:cNvSpPr/>
          <p:nvPr/>
        </p:nvSpPr>
        <p:spPr>
          <a:xfrm>
            <a:off x="3709035" y="3248025"/>
            <a:ext cx="65532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交易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4C0975F-98F5-4CFC-A34F-C3D9EAD2E792}"/>
              </a:ext>
            </a:extLst>
          </p:cNvPr>
          <p:cNvSpPr/>
          <p:nvPr/>
        </p:nvSpPr>
        <p:spPr>
          <a:xfrm>
            <a:off x="4594860" y="3257550"/>
            <a:ext cx="65532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bg1">
                    <a:lumMod val="9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交易</a:t>
            </a:r>
            <a:r>
              <a:rPr lang="en-US" altLang="zh-CN" sz="1100" dirty="0">
                <a:solidFill>
                  <a:schemeClr val="bg1">
                    <a:lumMod val="9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endParaRPr lang="zh-CN" altLang="en-US" sz="1100" dirty="0">
              <a:solidFill>
                <a:schemeClr val="bg1">
                  <a:lumMod val="9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403DDA9-703A-428A-8965-030983A0F358}"/>
              </a:ext>
            </a:extLst>
          </p:cNvPr>
          <p:cNvSpPr/>
          <p:nvPr/>
        </p:nvSpPr>
        <p:spPr>
          <a:xfrm>
            <a:off x="5471160" y="3267075"/>
            <a:ext cx="65532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交易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E5F39DD1-D97C-4A42-B01F-6C8B85481B94}"/>
                  </a:ext>
                </a:extLst>
              </p:cNvPr>
              <p:cNvSpPr/>
              <p:nvPr/>
            </p:nvSpPr>
            <p:spPr>
              <a:xfrm>
                <a:off x="4198620" y="1895473"/>
                <a:ext cx="541020" cy="35242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E5F39DD1-D97C-4A42-B01F-6C8B85481B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8620" y="1895473"/>
                <a:ext cx="541020" cy="35242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1DEBB562-F956-4423-B900-D09895738A3E}"/>
                  </a:ext>
                </a:extLst>
              </p:cNvPr>
              <p:cNvSpPr/>
              <p:nvPr/>
            </p:nvSpPr>
            <p:spPr>
              <a:xfrm>
                <a:off x="3766185" y="2600324"/>
                <a:ext cx="541020" cy="35242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1DEBB562-F956-4423-B900-D09895738A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6185" y="2600324"/>
                <a:ext cx="541020" cy="352425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7A19E6A4-1F96-4FD0-A3F9-A9A3DB79955A}"/>
                  </a:ext>
                </a:extLst>
              </p:cNvPr>
              <p:cNvSpPr/>
              <p:nvPr/>
            </p:nvSpPr>
            <p:spPr>
              <a:xfrm>
                <a:off x="4652010" y="2600324"/>
                <a:ext cx="541020" cy="35242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7A19E6A4-1F96-4FD0-A3F9-A9A3DB7995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010" y="2600324"/>
                <a:ext cx="541020" cy="352425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56929F15-C353-4387-8804-98A61BB0AAA5}"/>
                  </a:ext>
                </a:extLst>
              </p:cNvPr>
              <p:cNvSpPr/>
              <p:nvPr/>
            </p:nvSpPr>
            <p:spPr>
              <a:xfrm>
                <a:off x="5528310" y="2605085"/>
                <a:ext cx="541020" cy="35242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56929F15-C353-4387-8804-98A61BB0AA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310" y="2605085"/>
                <a:ext cx="541020" cy="352425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72F88610-E251-4BF4-8507-F4B34BB3DF51}"/>
                  </a:ext>
                </a:extLst>
              </p:cNvPr>
              <p:cNvSpPr/>
              <p:nvPr/>
            </p:nvSpPr>
            <p:spPr>
              <a:xfrm>
                <a:off x="4652010" y="1257290"/>
                <a:ext cx="541020" cy="35242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1,2,3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72F88610-E251-4BF4-8507-F4B34BB3DF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010" y="1257290"/>
                <a:ext cx="541020" cy="352425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AA22FAF7-DEF8-4CFF-AB4C-1E0337ABCCE6}"/>
              </a:ext>
            </a:extLst>
          </p:cNvPr>
          <p:cNvCxnSpPr>
            <a:stCxn id="40" idx="0"/>
            <a:endCxn id="44" idx="4"/>
          </p:cNvCxnSpPr>
          <p:nvPr/>
        </p:nvCxnSpPr>
        <p:spPr>
          <a:xfrm flipV="1">
            <a:off x="4036695" y="2952749"/>
            <a:ext cx="0" cy="295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5EF656A8-30A8-485C-90AD-84DC722C4A7E}"/>
              </a:ext>
            </a:extLst>
          </p:cNvPr>
          <p:cNvCxnSpPr>
            <a:stCxn id="41" idx="0"/>
            <a:endCxn id="45" idx="4"/>
          </p:cNvCxnSpPr>
          <p:nvPr/>
        </p:nvCxnSpPr>
        <p:spPr>
          <a:xfrm flipV="1">
            <a:off x="4922520" y="2952749"/>
            <a:ext cx="0" cy="304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354E627C-31E9-4ACB-A9BF-670B42C4C79F}"/>
              </a:ext>
            </a:extLst>
          </p:cNvPr>
          <p:cNvCxnSpPr>
            <a:stCxn id="42" idx="0"/>
            <a:endCxn id="46" idx="4"/>
          </p:cNvCxnSpPr>
          <p:nvPr/>
        </p:nvCxnSpPr>
        <p:spPr>
          <a:xfrm flipV="1">
            <a:off x="5798820" y="2957510"/>
            <a:ext cx="0" cy="309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A955F78C-2684-4DA8-841D-182947F9E885}"/>
              </a:ext>
            </a:extLst>
          </p:cNvPr>
          <p:cNvCxnSpPr>
            <a:stCxn id="44" idx="0"/>
            <a:endCxn id="43" idx="4"/>
          </p:cNvCxnSpPr>
          <p:nvPr/>
        </p:nvCxnSpPr>
        <p:spPr>
          <a:xfrm flipV="1">
            <a:off x="4036695" y="2247898"/>
            <a:ext cx="432435" cy="352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C8735CD3-B31A-4825-B5E8-3FAB4D95BC24}"/>
              </a:ext>
            </a:extLst>
          </p:cNvPr>
          <p:cNvCxnSpPr>
            <a:stCxn id="45" idx="0"/>
            <a:endCxn id="43" idx="4"/>
          </p:cNvCxnSpPr>
          <p:nvPr/>
        </p:nvCxnSpPr>
        <p:spPr>
          <a:xfrm flipH="1" flipV="1">
            <a:off x="4469130" y="2247898"/>
            <a:ext cx="453390" cy="352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F4C647A3-C9CD-48BA-9F7D-1483F5FFE79D}"/>
              </a:ext>
            </a:extLst>
          </p:cNvPr>
          <p:cNvCxnSpPr>
            <a:stCxn id="43" idx="0"/>
            <a:endCxn id="47" idx="4"/>
          </p:cNvCxnSpPr>
          <p:nvPr/>
        </p:nvCxnSpPr>
        <p:spPr>
          <a:xfrm flipV="1">
            <a:off x="4469130" y="1609715"/>
            <a:ext cx="453390" cy="285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F416CC1E-520E-46E7-B81C-212222B99F28}"/>
              </a:ext>
            </a:extLst>
          </p:cNvPr>
          <p:cNvCxnSpPr>
            <a:stCxn id="46" idx="0"/>
            <a:endCxn id="47" idx="4"/>
          </p:cNvCxnSpPr>
          <p:nvPr/>
        </p:nvCxnSpPr>
        <p:spPr>
          <a:xfrm flipH="1" flipV="1">
            <a:off x="4922520" y="1609715"/>
            <a:ext cx="876300" cy="995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D934F11F-5362-473B-9870-72AE3D99A138}"/>
              </a:ext>
            </a:extLst>
          </p:cNvPr>
          <p:cNvSpPr txBox="1"/>
          <p:nvPr/>
        </p:nvSpPr>
        <p:spPr>
          <a:xfrm>
            <a:off x="927735" y="3683960"/>
            <a:ext cx="15316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客户端独立验证交易</a:t>
            </a:r>
            <a:r>
              <a:rPr lang="en-US" altLang="zh-CN" sz="1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1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需要请求的数据量</a:t>
            </a:r>
            <a:endParaRPr lang="en-US" altLang="zh-CN" sz="11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F876CF9-CB12-4146-A743-77100E4E4F68}"/>
              </a:ext>
            </a:extLst>
          </p:cNvPr>
          <p:cNvSpPr/>
          <p:nvPr/>
        </p:nvSpPr>
        <p:spPr>
          <a:xfrm>
            <a:off x="2032635" y="7219950"/>
            <a:ext cx="65532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bg1">
                    <a:lumMod val="9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交易</a:t>
            </a:r>
            <a:r>
              <a:rPr lang="en-US" altLang="zh-CN" sz="1100" dirty="0">
                <a:solidFill>
                  <a:schemeClr val="bg1">
                    <a:lumMod val="9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lang="zh-CN" altLang="en-US" sz="1100" dirty="0">
              <a:solidFill>
                <a:schemeClr val="bg1">
                  <a:lumMod val="9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C98F0B5-7DF0-4123-8726-138179631ABF}"/>
              </a:ext>
            </a:extLst>
          </p:cNvPr>
          <p:cNvSpPr/>
          <p:nvPr/>
        </p:nvSpPr>
        <p:spPr>
          <a:xfrm>
            <a:off x="2918460" y="7229475"/>
            <a:ext cx="65532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交易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AA7DDAA-6FF7-4D6F-BF6A-6E622D3924F8}"/>
              </a:ext>
            </a:extLst>
          </p:cNvPr>
          <p:cNvSpPr/>
          <p:nvPr/>
        </p:nvSpPr>
        <p:spPr>
          <a:xfrm>
            <a:off x="3794760" y="7239000"/>
            <a:ext cx="65532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交易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1E413699-9767-4FA0-99BE-3AD5173D236A}"/>
                  </a:ext>
                </a:extLst>
              </p:cNvPr>
              <p:cNvSpPr/>
              <p:nvPr/>
            </p:nvSpPr>
            <p:spPr>
              <a:xfrm>
                <a:off x="2522220" y="5867398"/>
                <a:ext cx="541020" cy="35242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1E413699-9767-4FA0-99BE-3AD5173D23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220" y="5867398"/>
                <a:ext cx="541020" cy="35242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4EACAB5D-CF25-4785-A9F7-A02CC1A120CD}"/>
                  </a:ext>
                </a:extLst>
              </p:cNvPr>
              <p:cNvSpPr/>
              <p:nvPr/>
            </p:nvSpPr>
            <p:spPr>
              <a:xfrm>
                <a:off x="2089785" y="6572249"/>
                <a:ext cx="541020" cy="35242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4EACAB5D-CF25-4785-A9F7-A02CC1A120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9785" y="6572249"/>
                <a:ext cx="541020" cy="35242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35ADA68B-56B5-4913-BBB8-3D50C9155B72}"/>
                  </a:ext>
                </a:extLst>
              </p:cNvPr>
              <p:cNvSpPr/>
              <p:nvPr/>
            </p:nvSpPr>
            <p:spPr>
              <a:xfrm>
                <a:off x="2975610" y="6572249"/>
                <a:ext cx="541020" cy="35242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35ADA68B-56B5-4913-BBB8-3D50C9155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5610" y="6572249"/>
                <a:ext cx="541020" cy="352425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F24366C9-10E8-4DF2-955E-9BFBBD0EFA67}"/>
                  </a:ext>
                </a:extLst>
              </p:cNvPr>
              <p:cNvSpPr/>
              <p:nvPr/>
            </p:nvSpPr>
            <p:spPr>
              <a:xfrm>
                <a:off x="3851910" y="6577010"/>
                <a:ext cx="541020" cy="35242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F24366C9-10E8-4DF2-955E-9BFBBD0EFA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10" y="6577010"/>
                <a:ext cx="541020" cy="352425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A0B6EE82-6539-47B3-8B7C-A47F215EB691}"/>
                  </a:ext>
                </a:extLst>
              </p:cNvPr>
              <p:cNvSpPr/>
              <p:nvPr/>
            </p:nvSpPr>
            <p:spPr>
              <a:xfrm>
                <a:off x="2975610" y="5229215"/>
                <a:ext cx="541020" cy="35242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1,2,3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A0B6EE82-6539-47B3-8B7C-A47F215EB6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5610" y="5229215"/>
                <a:ext cx="541020" cy="352425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A7FF79AF-EA27-4F42-AB28-81F57C67E3AB}"/>
              </a:ext>
            </a:extLst>
          </p:cNvPr>
          <p:cNvCxnSpPr>
            <a:stCxn id="57" idx="0"/>
            <a:endCxn id="61" idx="4"/>
          </p:cNvCxnSpPr>
          <p:nvPr/>
        </p:nvCxnSpPr>
        <p:spPr>
          <a:xfrm flipV="1">
            <a:off x="2360295" y="6924674"/>
            <a:ext cx="0" cy="295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BA901929-EF25-476D-B1DB-5D964057347F}"/>
              </a:ext>
            </a:extLst>
          </p:cNvPr>
          <p:cNvCxnSpPr>
            <a:stCxn id="58" idx="0"/>
            <a:endCxn id="62" idx="4"/>
          </p:cNvCxnSpPr>
          <p:nvPr/>
        </p:nvCxnSpPr>
        <p:spPr>
          <a:xfrm flipV="1">
            <a:off x="3246120" y="6924674"/>
            <a:ext cx="0" cy="304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E86158CA-D3FC-46AB-8F30-C1E798045137}"/>
              </a:ext>
            </a:extLst>
          </p:cNvPr>
          <p:cNvCxnSpPr>
            <a:stCxn id="59" idx="0"/>
            <a:endCxn id="63" idx="4"/>
          </p:cNvCxnSpPr>
          <p:nvPr/>
        </p:nvCxnSpPr>
        <p:spPr>
          <a:xfrm flipV="1">
            <a:off x="4122420" y="6929435"/>
            <a:ext cx="0" cy="309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586B194C-622A-4FF5-A10B-629A69CE5438}"/>
              </a:ext>
            </a:extLst>
          </p:cNvPr>
          <p:cNvCxnSpPr>
            <a:stCxn id="61" idx="0"/>
            <a:endCxn id="60" idx="4"/>
          </p:cNvCxnSpPr>
          <p:nvPr/>
        </p:nvCxnSpPr>
        <p:spPr>
          <a:xfrm flipV="1">
            <a:off x="2360295" y="6219823"/>
            <a:ext cx="432435" cy="352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713FE3F0-8AF6-4A76-A683-D1ADC526A468}"/>
              </a:ext>
            </a:extLst>
          </p:cNvPr>
          <p:cNvCxnSpPr>
            <a:stCxn id="62" idx="0"/>
            <a:endCxn id="60" idx="4"/>
          </p:cNvCxnSpPr>
          <p:nvPr/>
        </p:nvCxnSpPr>
        <p:spPr>
          <a:xfrm flipH="1" flipV="1">
            <a:off x="2792730" y="6219823"/>
            <a:ext cx="453390" cy="352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AE90B5BE-34AF-483C-A46C-A5384DE06964}"/>
              </a:ext>
            </a:extLst>
          </p:cNvPr>
          <p:cNvCxnSpPr>
            <a:stCxn id="60" idx="0"/>
            <a:endCxn id="64" idx="4"/>
          </p:cNvCxnSpPr>
          <p:nvPr/>
        </p:nvCxnSpPr>
        <p:spPr>
          <a:xfrm flipV="1">
            <a:off x="2792730" y="5581640"/>
            <a:ext cx="453390" cy="285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1CB78531-F715-4495-8FE6-B9F1476A1F05}"/>
              </a:ext>
            </a:extLst>
          </p:cNvPr>
          <p:cNvCxnSpPr>
            <a:stCxn id="63" idx="0"/>
            <a:endCxn id="64" idx="4"/>
          </p:cNvCxnSpPr>
          <p:nvPr/>
        </p:nvCxnSpPr>
        <p:spPr>
          <a:xfrm flipH="1" flipV="1">
            <a:off x="3246120" y="5581640"/>
            <a:ext cx="876300" cy="995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15FF0143-A145-49E6-BF5A-C47FB503DDC8}"/>
              </a:ext>
            </a:extLst>
          </p:cNvPr>
          <p:cNvSpPr txBox="1"/>
          <p:nvPr/>
        </p:nvSpPr>
        <p:spPr>
          <a:xfrm>
            <a:off x="4122420" y="3694571"/>
            <a:ext cx="15316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客户端独立验证交易</a:t>
            </a:r>
            <a:r>
              <a:rPr lang="en-US" altLang="zh-CN" sz="1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1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需要请求的数据量</a:t>
            </a:r>
            <a:endParaRPr lang="en-US" altLang="zh-CN" sz="11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FE87322E-8614-4007-9769-283E91B0E5C5}"/>
              </a:ext>
            </a:extLst>
          </p:cNvPr>
          <p:cNvSpPr txBox="1"/>
          <p:nvPr/>
        </p:nvSpPr>
        <p:spPr>
          <a:xfrm>
            <a:off x="2480310" y="7703464"/>
            <a:ext cx="15316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客户端验证交易</a:t>
            </a:r>
            <a:r>
              <a:rPr lang="en-US" altLang="zh-CN" sz="1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1,2</a:t>
            </a:r>
            <a:r>
              <a:rPr lang="zh-CN" altLang="en-US" sz="1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需要请求的数据量</a:t>
            </a:r>
            <a:endParaRPr lang="en-US" altLang="zh-CN" sz="11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A4063346-45AC-4644-975B-5594E454904F}"/>
              </a:ext>
            </a:extLst>
          </p:cNvPr>
          <p:cNvSpPr/>
          <p:nvPr/>
        </p:nvSpPr>
        <p:spPr>
          <a:xfrm>
            <a:off x="277182" y="1143000"/>
            <a:ext cx="2733672" cy="2512311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F9A6D62B-7C43-4EA6-9311-2C95DAF235D0}"/>
              </a:ext>
            </a:extLst>
          </p:cNvPr>
          <p:cNvSpPr/>
          <p:nvPr/>
        </p:nvSpPr>
        <p:spPr>
          <a:xfrm>
            <a:off x="3503294" y="1143000"/>
            <a:ext cx="2733672" cy="2512311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FBDB7E8B-18EA-4EC4-A6CA-73A0590CF061}"/>
              </a:ext>
            </a:extLst>
          </p:cNvPr>
          <p:cNvSpPr/>
          <p:nvPr/>
        </p:nvSpPr>
        <p:spPr>
          <a:xfrm>
            <a:off x="1879284" y="5124665"/>
            <a:ext cx="2733672" cy="2512311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箭头: 下 55">
            <a:extLst>
              <a:ext uri="{FF2B5EF4-FFF2-40B4-BE49-F238E27FC236}">
                <a16:creationId xmlns:a16="http://schemas.microsoft.com/office/drawing/2014/main" id="{C21A9993-5C15-4D27-B797-0EF092B153CC}"/>
              </a:ext>
            </a:extLst>
          </p:cNvPr>
          <p:cNvSpPr/>
          <p:nvPr/>
        </p:nvSpPr>
        <p:spPr>
          <a:xfrm rot="2019250">
            <a:off x="3707013" y="4218312"/>
            <a:ext cx="174834" cy="78808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箭头: 下 71">
            <a:extLst>
              <a:ext uri="{FF2B5EF4-FFF2-40B4-BE49-F238E27FC236}">
                <a16:creationId xmlns:a16="http://schemas.microsoft.com/office/drawing/2014/main" id="{9C9677D7-2F57-4329-A3C8-5E87D593DD34}"/>
              </a:ext>
            </a:extLst>
          </p:cNvPr>
          <p:cNvSpPr/>
          <p:nvPr/>
        </p:nvSpPr>
        <p:spPr>
          <a:xfrm rot="19560000">
            <a:off x="2760068" y="4197201"/>
            <a:ext cx="174834" cy="78808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2D83FB9-C671-4AF1-9DE4-DD5260F976EA}"/>
              </a:ext>
            </a:extLst>
          </p:cNvPr>
          <p:cNvSpPr txBox="1"/>
          <p:nvPr/>
        </p:nvSpPr>
        <p:spPr>
          <a:xfrm>
            <a:off x="2553947" y="4326595"/>
            <a:ext cx="15316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任务聚合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8306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217425D-0E50-4C4E-BB2C-B6B48B66FB25}"/>
              </a:ext>
            </a:extLst>
          </p:cNvPr>
          <p:cNvSpPr/>
          <p:nvPr/>
        </p:nvSpPr>
        <p:spPr>
          <a:xfrm>
            <a:off x="451485" y="1600200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F51B6D-A0AD-4697-A05E-600B6FAD97EA}"/>
              </a:ext>
            </a:extLst>
          </p:cNvPr>
          <p:cNvSpPr/>
          <p:nvPr/>
        </p:nvSpPr>
        <p:spPr>
          <a:xfrm>
            <a:off x="634365" y="1828800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DD0764C-1817-4394-B140-BDAF0445E8B9}"/>
              </a:ext>
            </a:extLst>
          </p:cNvPr>
          <p:cNvSpPr/>
          <p:nvPr/>
        </p:nvSpPr>
        <p:spPr>
          <a:xfrm>
            <a:off x="832485" y="2057400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860F7E-57BC-4E1F-9F01-63E1B5E13A11}"/>
              </a:ext>
            </a:extLst>
          </p:cNvPr>
          <p:cNvSpPr/>
          <p:nvPr/>
        </p:nvSpPr>
        <p:spPr>
          <a:xfrm>
            <a:off x="1022985" y="2276475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A567A3-D27E-4920-A32C-07A922496C70}"/>
              </a:ext>
            </a:extLst>
          </p:cNvPr>
          <p:cNvSpPr/>
          <p:nvPr/>
        </p:nvSpPr>
        <p:spPr>
          <a:xfrm>
            <a:off x="1221105" y="2505075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EA12040-6D6F-45C0-8EBE-21129ABC2C0C}"/>
              </a:ext>
            </a:extLst>
          </p:cNvPr>
          <p:cNvSpPr/>
          <p:nvPr/>
        </p:nvSpPr>
        <p:spPr>
          <a:xfrm>
            <a:off x="1403985" y="2724150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6E6232C-385D-4FC2-B0E4-42C7AE82E8D9}"/>
              </a:ext>
            </a:extLst>
          </p:cNvPr>
          <p:cNvSpPr/>
          <p:nvPr/>
        </p:nvSpPr>
        <p:spPr>
          <a:xfrm>
            <a:off x="1602105" y="2952750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FBFB5F-1237-4C70-9AC9-C2E7D2A2E35E}"/>
              </a:ext>
            </a:extLst>
          </p:cNvPr>
          <p:cNvSpPr/>
          <p:nvPr/>
        </p:nvSpPr>
        <p:spPr>
          <a:xfrm>
            <a:off x="1792605" y="3181350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CF4E49-6A77-40B9-9262-D461C132BF9C}"/>
              </a:ext>
            </a:extLst>
          </p:cNvPr>
          <p:cNvSpPr/>
          <p:nvPr/>
        </p:nvSpPr>
        <p:spPr>
          <a:xfrm>
            <a:off x="1983105" y="3409950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939D658-3AB9-4821-8879-3F3AB45299F6}"/>
              </a:ext>
            </a:extLst>
          </p:cNvPr>
          <p:cNvSpPr/>
          <p:nvPr/>
        </p:nvSpPr>
        <p:spPr>
          <a:xfrm>
            <a:off x="257176" y="1594627"/>
            <a:ext cx="2143884" cy="1575379"/>
          </a:xfrm>
          <a:prstGeom prst="round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B748899-6827-4C4B-9B2B-CE8FEAD68E25}"/>
              </a:ext>
            </a:extLst>
          </p:cNvPr>
          <p:cNvSpPr/>
          <p:nvPr/>
        </p:nvSpPr>
        <p:spPr>
          <a:xfrm>
            <a:off x="3810000" y="1607872"/>
            <a:ext cx="1099616" cy="678128"/>
          </a:xfrm>
          <a:prstGeom prst="round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8750BBC-0490-4017-8F4A-6E39A4129C35}"/>
              </a:ext>
            </a:extLst>
          </p:cNvPr>
          <p:cNvSpPr txBox="1"/>
          <p:nvPr/>
        </p:nvSpPr>
        <p:spPr>
          <a:xfrm>
            <a:off x="2326005" y="3556754"/>
            <a:ext cx="577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9A767B-A4B9-4CF3-8D70-E8DE0F142D2A}"/>
              </a:ext>
            </a:extLst>
          </p:cNvPr>
          <p:cNvSpPr txBox="1"/>
          <p:nvPr/>
        </p:nvSpPr>
        <p:spPr>
          <a:xfrm>
            <a:off x="2305346" y="1522476"/>
            <a:ext cx="7821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区块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#1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5467806-B22F-41F0-A5CC-1DAF5353E70C}"/>
              </a:ext>
            </a:extLst>
          </p:cNvPr>
          <p:cNvSpPr txBox="1"/>
          <p:nvPr/>
        </p:nvSpPr>
        <p:spPr>
          <a:xfrm>
            <a:off x="809625" y="3969663"/>
            <a:ext cx="14957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区块参数：</a:t>
            </a:r>
            <a:endParaRPr lang="en-US" altLang="zh-CN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区块大小为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（交易）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AF7F0CB-B98B-4B7E-988C-537DAB71021E}"/>
              </a:ext>
            </a:extLst>
          </p:cNvPr>
          <p:cNvSpPr txBox="1"/>
          <p:nvPr/>
        </p:nvSpPr>
        <p:spPr>
          <a:xfrm>
            <a:off x="4608195" y="3979188"/>
            <a:ext cx="14634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区块参数：</a:t>
            </a:r>
            <a:endParaRPr lang="en-US" altLang="zh-CN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区块大小为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（交易）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A43BA07-6F2D-483C-BBDC-CEC87304403B}"/>
              </a:ext>
            </a:extLst>
          </p:cNvPr>
          <p:cNvSpPr/>
          <p:nvPr/>
        </p:nvSpPr>
        <p:spPr>
          <a:xfrm>
            <a:off x="1179194" y="1916311"/>
            <a:ext cx="1224000" cy="7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622121B-18B8-4F4C-99D7-3656671EDE26}"/>
              </a:ext>
            </a:extLst>
          </p:cNvPr>
          <p:cNvSpPr/>
          <p:nvPr/>
        </p:nvSpPr>
        <p:spPr>
          <a:xfrm>
            <a:off x="204122" y="1514884"/>
            <a:ext cx="2643854" cy="2411202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122E284-1E06-4CE0-9743-28B031B6F88F}"/>
              </a:ext>
            </a:extLst>
          </p:cNvPr>
          <p:cNvSpPr txBox="1"/>
          <p:nvPr/>
        </p:nvSpPr>
        <p:spPr>
          <a:xfrm>
            <a:off x="1099086" y="1664625"/>
            <a:ext cx="12476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等待时延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15E6D69-1879-44DC-8DAC-08412CC515F8}"/>
              </a:ext>
            </a:extLst>
          </p:cNvPr>
          <p:cNvSpPr txBox="1"/>
          <p:nvPr/>
        </p:nvSpPr>
        <p:spPr>
          <a:xfrm>
            <a:off x="2636852" y="2194975"/>
            <a:ext cx="12476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区块</a:t>
            </a:r>
            <a:endParaRPr lang="en-US" altLang="zh-CN" sz="1100" b="1" dirty="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1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参数调整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32BFC1C-4A49-4EA1-B167-E6A3426528B2}"/>
              </a:ext>
            </a:extLst>
          </p:cNvPr>
          <p:cNvSpPr/>
          <p:nvPr/>
        </p:nvSpPr>
        <p:spPr>
          <a:xfrm>
            <a:off x="3909060" y="1600200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605809E-638D-4CFA-B359-3FEAEC275B8F}"/>
              </a:ext>
            </a:extLst>
          </p:cNvPr>
          <p:cNvSpPr/>
          <p:nvPr/>
        </p:nvSpPr>
        <p:spPr>
          <a:xfrm>
            <a:off x="4091940" y="1828800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135D97B-AC67-4DEC-8448-DDB36EB1FF40}"/>
              </a:ext>
            </a:extLst>
          </p:cNvPr>
          <p:cNvSpPr/>
          <p:nvPr/>
        </p:nvSpPr>
        <p:spPr>
          <a:xfrm>
            <a:off x="4290060" y="2057400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B043020-049A-4651-AE6C-4538F12B6063}"/>
              </a:ext>
            </a:extLst>
          </p:cNvPr>
          <p:cNvSpPr/>
          <p:nvPr/>
        </p:nvSpPr>
        <p:spPr>
          <a:xfrm>
            <a:off x="4480560" y="2276475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C97E313-7704-49AD-95B3-16319EE19EAE}"/>
              </a:ext>
            </a:extLst>
          </p:cNvPr>
          <p:cNvSpPr/>
          <p:nvPr/>
        </p:nvSpPr>
        <p:spPr>
          <a:xfrm>
            <a:off x="4678680" y="2505075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B1A703E-B571-4FE7-9F8E-68E0B91AA148}"/>
              </a:ext>
            </a:extLst>
          </p:cNvPr>
          <p:cNvSpPr/>
          <p:nvPr/>
        </p:nvSpPr>
        <p:spPr>
          <a:xfrm>
            <a:off x="4861560" y="2724150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7193FE7-1CEE-4BFD-B8D8-96462FFCA7DA}"/>
              </a:ext>
            </a:extLst>
          </p:cNvPr>
          <p:cNvSpPr/>
          <p:nvPr/>
        </p:nvSpPr>
        <p:spPr>
          <a:xfrm>
            <a:off x="5059680" y="2952750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ACD39BD-0835-4396-9D63-41BFC6AF5F5D}"/>
              </a:ext>
            </a:extLst>
          </p:cNvPr>
          <p:cNvSpPr/>
          <p:nvPr/>
        </p:nvSpPr>
        <p:spPr>
          <a:xfrm>
            <a:off x="5250180" y="3181350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BE770EF-3656-44D8-AD8B-8A5F0F2D1C29}"/>
              </a:ext>
            </a:extLst>
          </p:cNvPr>
          <p:cNvSpPr/>
          <p:nvPr/>
        </p:nvSpPr>
        <p:spPr>
          <a:xfrm>
            <a:off x="5440680" y="3409950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101249C-2963-4AF7-84A1-55DB1BFA2468}"/>
              </a:ext>
            </a:extLst>
          </p:cNvPr>
          <p:cNvSpPr txBox="1"/>
          <p:nvPr/>
        </p:nvSpPr>
        <p:spPr>
          <a:xfrm>
            <a:off x="5783580" y="3556754"/>
            <a:ext cx="577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41D6D13-DC54-4119-958D-58FF850E80AA}"/>
              </a:ext>
            </a:extLst>
          </p:cNvPr>
          <p:cNvSpPr/>
          <p:nvPr/>
        </p:nvSpPr>
        <p:spPr>
          <a:xfrm>
            <a:off x="4636770" y="1906786"/>
            <a:ext cx="270000" cy="7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50C1A0A1-B012-4258-A093-2BA087E628BC}"/>
              </a:ext>
            </a:extLst>
          </p:cNvPr>
          <p:cNvSpPr/>
          <p:nvPr/>
        </p:nvSpPr>
        <p:spPr>
          <a:xfrm>
            <a:off x="4391025" y="2274622"/>
            <a:ext cx="1099616" cy="678128"/>
          </a:xfrm>
          <a:prstGeom prst="round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8659C528-1194-43B2-913A-96FDD8538820}"/>
              </a:ext>
            </a:extLst>
          </p:cNvPr>
          <p:cNvSpPr/>
          <p:nvPr/>
        </p:nvSpPr>
        <p:spPr>
          <a:xfrm>
            <a:off x="4972050" y="2953898"/>
            <a:ext cx="1099616" cy="678128"/>
          </a:xfrm>
          <a:prstGeom prst="round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0E0E9E5C-5E1F-4DA5-A680-A239056338A2}"/>
              </a:ext>
            </a:extLst>
          </p:cNvPr>
          <p:cNvSpPr txBox="1"/>
          <p:nvPr/>
        </p:nvSpPr>
        <p:spPr>
          <a:xfrm>
            <a:off x="4874895" y="1514884"/>
            <a:ext cx="7821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区块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#1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AB256C9A-2E59-4F74-84F0-8E031EE57D2A}"/>
              </a:ext>
            </a:extLst>
          </p:cNvPr>
          <p:cNvSpPr txBox="1"/>
          <p:nvPr/>
        </p:nvSpPr>
        <p:spPr>
          <a:xfrm>
            <a:off x="5452325" y="2191122"/>
            <a:ext cx="7821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区块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#2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EA01C5B-D6CC-44E0-B659-5A3CCDB775F0}"/>
              </a:ext>
            </a:extLst>
          </p:cNvPr>
          <p:cNvSpPr txBox="1"/>
          <p:nvPr/>
        </p:nvSpPr>
        <p:spPr>
          <a:xfrm>
            <a:off x="6045101" y="2849055"/>
            <a:ext cx="7821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区块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#3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8" name="箭头: 下 57">
            <a:extLst>
              <a:ext uri="{FF2B5EF4-FFF2-40B4-BE49-F238E27FC236}">
                <a16:creationId xmlns:a16="http://schemas.microsoft.com/office/drawing/2014/main" id="{0E1C667D-2950-4A1C-8A68-6998121491A4}"/>
              </a:ext>
            </a:extLst>
          </p:cNvPr>
          <p:cNvSpPr/>
          <p:nvPr/>
        </p:nvSpPr>
        <p:spPr>
          <a:xfrm rot="16200000">
            <a:off x="3206974" y="2338439"/>
            <a:ext cx="174834" cy="788087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E7BBF39-43ED-499F-8871-2E6EA0817C2D}"/>
              </a:ext>
            </a:extLst>
          </p:cNvPr>
          <p:cNvSpPr/>
          <p:nvPr/>
        </p:nvSpPr>
        <p:spPr>
          <a:xfrm>
            <a:off x="3717009" y="1531683"/>
            <a:ext cx="2887626" cy="2411202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6A090457-0887-415E-AF6C-79CAD8AF973A}"/>
              </a:ext>
            </a:extLst>
          </p:cNvPr>
          <p:cNvSpPr txBox="1"/>
          <p:nvPr/>
        </p:nvSpPr>
        <p:spPr>
          <a:xfrm>
            <a:off x="4625771" y="1791002"/>
            <a:ext cx="12476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等待时延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6838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DC7D05B-0DF0-4D19-96B7-8F0786207417}"/>
              </a:ext>
            </a:extLst>
          </p:cNvPr>
          <p:cNvSpPr/>
          <p:nvPr/>
        </p:nvSpPr>
        <p:spPr>
          <a:xfrm>
            <a:off x="480060" y="3126679"/>
            <a:ext cx="560772" cy="22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1100" dirty="0">
              <a:solidFill>
                <a:schemeClr val="bg1">
                  <a:lumMod val="9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E5FA1DB-2241-4349-9A1B-C7721D69FD1D}"/>
              </a:ext>
            </a:extLst>
          </p:cNvPr>
          <p:cNvSpPr/>
          <p:nvPr/>
        </p:nvSpPr>
        <p:spPr>
          <a:xfrm>
            <a:off x="1365885" y="3136204"/>
            <a:ext cx="560772" cy="22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B9F5215-E2F3-4716-AD89-FE31BEC55D26}"/>
              </a:ext>
            </a:extLst>
          </p:cNvPr>
          <p:cNvSpPr/>
          <p:nvPr/>
        </p:nvSpPr>
        <p:spPr>
          <a:xfrm>
            <a:off x="2242185" y="3145729"/>
            <a:ext cx="560772" cy="22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52AA3D99-CA30-49F2-89F3-2C83BCB382A7}"/>
                  </a:ext>
                </a:extLst>
              </p:cNvPr>
              <p:cNvSpPr/>
              <p:nvPr/>
            </p:nvSpPr>
            <p:spPr>
              <a:xfrm>
                <a:off x="969645" y="2059878"/>
                <a:ext cx="462962" cy="30157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52AA3D99-CA30-49F2-89F3-2C83BCB382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645" y="2059878"/>
                <a:ext cx="462962" cy="30157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65C8336E-57C0-4270-8FB0-9276391FE6F2}"/>
                  </a:ext>
                </a:extLst>
              </p:cNvPr>
              <p:cNvSpPr/>
              <p:nvPr/>
            </p:nvSpPr>
            <p:spPr>
              <a:xfrm>
                <a:off x="537210" y="2621854"/>
                <a:ext cx="462962" cy="30157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65C8336E-57C0-4270-8FB0-9276391FE6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10" y="2621854"/>
                <a:ext cx="462962" cy="30157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0EF5FADB-4605-470E-8952-C12DE9FC5E05}"/>
                  </a:ext>
                </a:extLst>
              </p:cNvPr>
              <p:cNvSpPr/>
              <p:nvPr/>
            </p:nvSpPr>
            <p:spPr>
              <a:xfrm>
                <a:off x="1423035" y="2621854"/>
                <a:ext cx="462962" cy="30157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0EF5FADB-4605-470E-8952-C12DE9FC5E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035" y="2621854"/>
                <a:ext cx="462962" cy="30157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27BAEAD7-20B1-440F-AB3C-5DD16128AD11}"/>
                  </a:ext>
                </a:extLst>
              </p:cNvPr>
              <p:cNvSpPr/>
              <p:nvPr/>
            </p:nvSpPr>
            <p:spPr>
              <a:xfrm>
                <a:off x="2299335" y="2626615"/>
                <a:ext cx="462962" cy="30157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27BAEAD7-20B1-440F-AB3C-5DD16128AD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335" y="2626615"/>
                <a:ext cx="462962" cy="30157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21DD7126-D488-44A7-8B82-A30876EBEDB9}"/>
                  </a:ext>
                </a:extLst>
              </p:cNvPr>
              <p:cNvSpPr/>
              <p:nvPr/>
            </p:nvSpPr>
            <p:spPr>
              <a:xfrm>
                <a:off x="1423035" y="1421695"/>
                <a:ext cx="462962" cy="3015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1,2,3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21DD7126-D488-44A7-8B82-A30876EBED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035" y="1421695"/>
                <a:ext cx="462962" cy="301578"/>
              </a:xfrm>
              <a:prstGeom prst="ellipse">
                <a:avLst/>
              </a:prstGeom>
              <a:blipFill>
                <a:blip r:embed="rId7"/>
                <a:stretch>
                  <a:fillRect r="-89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48EB9B2F-1900-4D18-BFF3-42CCF451774D}"/>
              </a:ext>
            </a:extLst>
          </p:cNvPr>
          <p:cNvCxnSpPr>
            <a:cxnSpLocks/>
            <a:stCxn id="2" idx="0"/>
            <a:endCxn id="19" idx="4"/>
          </p:cNvCxnSpPr>
          <p:nvPr/>
        </p:nvCxnSpPr>
        <p:spPr>
          <a:xfrm flipV="1">
            <a:off x="760446" y="2923432"/>
            <a:ext cx="8245" cy="203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A0B40C03-A65D-42C5-855C-D37AB99128B0}"/>
              </a:ext>
            </a:extLst>
          </p:cNvPr>
          <p:cNvCxnSpPr>
            <a:cxnSpLocks/>
            <a:stCxn id="15" idx="0"/>
            <a:endCxn id="20" idx="4"/>
          </p:cNvCxnSpPr>
          <p:nvPr/>
        </p:nvCxnSpPr>
        <p:spPr>
          <a:xfrm flipV="1">
            <a:off x="1646271" y="2923432"/>
            <a:ext cx="8245" cy="212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E44A173A-6984-402E-9C91-D5A6345D971E}"/>
              </a:ext>
            </a:extLst>
          </p:cNvPr>
          <p:cNvCxnSpPr>
            <a:cxnSpLocks/>
            <a:stCxn id="16" idx="0"/>
            <a:endCxn id="21" idx="4"/>
          </p:cNvCxnSpPr>
          <p:nvPr/>
        </p:nvCxnSpPr>
        <p:spPr>
          <a:xfrm flipV="1">
            <a:off x="2522571" y="2928193"/>
            <a:ext cx="8245" cy="2175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20A5FF47-E53B-4F4E-BF21-7D03FA1249E0}"/>
              </a:ext>
            </a:extLst>
          </p:cNvPr>
          <p:cNvCxnSpPr>
            <a:stCxn id="19" idx="0"/>
            <a:endCxn id="17" idx="4"/>
          </p:cNvCxnSpPr>
          <p:nvPr/>
        </p:nvCxnSpPr>
        <p:spPr>
          <a:xfrm flipV="1">
            <a:off x="768691" y="2361456"/>
            <a:ext cx="432435" cy="260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3507E95A-D851-4C2D-9FEC-61CF2A0440E5}"/>
              </a:ext>
            </a:extLst>
          </p:cNvPr>
          <p:cNvCxnSpPr>
            <a:stCxn id="20" idx="0"/>
            <a:endCxn id="17" idx="4"/>
          </p:cNvCxnSpPr>
          <p:nvPr/>
        </p:nvCxnSpPr>
        <p:spPr>
          <a:xfrm flipH="1" flipV="1">
            <a:off x="1201126" y="2361456"/>
            <a:ext cx="453390" cy="260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C4D91131-BB71-4CE6-AF28-887DE821564F}"/>
              </a:ext>
            </a:extLst>
          </p:cNvPr>
          <p:cNvCxnSpPr>
            <a:cxnSpLocks/>
            <a:stCxn id="17" idx="0"/>
            <a:endCxn id="23" idx="4"/>
          </p:cNvCxnSpPr>
          <p:nvPr/>
        </p:nvCxnSpPr>
        <p:spPr>
          <a:xfrm flipV="1">
            <a:off x="1201126" y="1723273"/>
            <a:ext cx="453390" cy="336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5E2861C9-30FF-4DFA-9A17-BC64C70BD1D3}"/>
              </a:ext>
            </a:extLst>
          </p:cNvPr>
          <p:cNvCxnSpPr>
            <a:cxnSpLocks/>
            <a:stCxn id="21" idx="0"/>
            <a:endCxn id="23" idx="4"/>
          </p:cNvCxnSpPr>
          <p:nvPr/>
        </p:nvCxnSpPr>
        <p:spPr>
          <a:xfrm flipH="1" flipV="1">
            <a:off x="1654516" y="1723273"/>
            <a:ext cx="876300" cy="903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353BCDD9-9A36-4144-9969-1E656E359B68}"/>
              </a:ext>
            </a:extLst>
          </p:cNvPr>
          <p:cNvSpPr/>
          <p:nvPr/>
        </p:nvSpPr>
        <p:spPr>
          <a:xfrm>
            <a:off x="499110" y="5894540"/>
            <a:ext cx="560772" cy="22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4C0975F-98F5-4CFC-A34F-C3D9EAD2E792}"/>
              </a:ext>
            </a:extLst>
          </p:cNvPr>
          <p:cNvSpPr/>
          <p:nvPr/>
        </p:nvSpPr>
        <p:spPr>
          <a:xfrm>
            <a:off x="1384935" y="5904065"/>
            <a:ext cx="560772" cy="22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sz="1100" dirty="0">
              <a:solidFill>
                <a:schemeClr val="bg1">
                  <a:lumMod val="9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403DDA9-703A-428A-8965-030983A0F358}"/>
              </a:ext>
            </a:extLst>
          </p:cNvPr>
          <p:cNvSpPr/>
          <p:nvPr/>
        </p:nvSpPr>
        <p:spPr>
          <a:xfrm>
            <a:off x="2261235" y="5913590"/>
            <a:ext cx="560772" cy="22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E5F39DD1-D97C-4A42-B01F-6C8B85481B94}"/>
                  </a:ext>
                </a:extLst>
              </p:cNvPr>
              <p:cNvSpPr/>
              <p:nvPr/>
            </p:nvSpPr>
            <p:spPr>
              <a:xfrm>
                <a:off x="988695" y="4827739"/>
                <a:ext cx="462962" cy="30157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E5F39DD1-D97C-4A42-B01F-6C8B85481B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695" y="4827739"/>
                <a:ext cx="462962" cy="30157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1DEBB562-F956-4423-B900-D09895738A3E}"/>
                  </a:ext>
                </a:extLst>
              </p:cNvPr>
              <p:cNvSpPr/>
              <p:nvPr/>
            </p:nvSpPr>
            <p:spPr>
              <a:xfrm>
                <a:off x="556260" y="5389715"/>
                <a:ext cx="462962" cy="30157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1DEBB562-F956-4423-B900-D09895738A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" y="5389715"/>
                <a:ext cx="462962" cy="30157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7A19E6A4-1F96-4FD0-A3F9-A9A3DB79955A}"/>
                  </a:ext>
                </a:extLst>
              </p:cNvPr>
              <p:cNvSpPr/>
              <p:nvPr/>
            </p:nvSpPr>
            <p:spPr>
              <a:xfrm>
                <a:off x="1442085" y="5389715"/>
                <a:ext cx="462962" cy="30157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7A19E6A4-1F96-4FD0-A3F9-A9A3DB7995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2085" y="5389715"/>
                <a:ext cx="462962" cy="30157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56929F15-C353-4387-8804-98A61BB0AAA5}"/>
                  </a:ext>
                </a:extLst>
              </p:cNvPr>
              <p:cNvSpPr/>
              <p:nvPr/>
            </p:nvSpPr>
            <p:spPr>
              <a:xfrm>
                <a:off x="2318385" y="5394476"/>
                <a:ext cx="462962" cy="30157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56929F15-C353-4387-8804-98A61BB0AA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385" y="5394476"/>
                <a:ext cx="462962" cy="30157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72F88610-E251-4BF4-8507-F4B34BB3DF51}"/>
                  </a:ext>
                </a:extLst>
              </p:cNvPr>
              <p:cNvSpPr/>
              <p:nvPr/>
            </p:nvSpPr>
            <p:spPr>
              <a:xfrm>
                <a:off x="1442085" y="4189556"/>
                <a:ext cx="462962" cy="3015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1,2,3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72F88610-E251-4BF4-8507-F4B34BB3DF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2085" y="4189556"/>
                <a:ext cx="462962" cy="301578"/>
              </a:xfrm>
              <a:prstGeom prst="ellipse">
                <a:avLst/>
              </a:prstGeom>
              <a:blipFill>
                <a:blip r:embed="rId10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AA22FAF7-DEF8-4CFF-AB4C-1E0337ABCCE6}"/>
              </a:ext>
            </a:extLst>
          </p:cNvPr>
          <p:cNvCxnSpPr>
            <a:cxnSpLocks/>
            <a:stCxn id="40" idx="0"/>
            <a:endCxn id="44" idx="4"/>
          </p:cNvCxnSpPr>
          <p:nvPr/>
        </p:nvCxnSpPr>
        <p:spPr>
          <a:xfrm flipV="1">
            <a:off x="779496" y="5691293"/>
            <a:ext cx="8245" cy="203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5EF656A8-30A8-485C-90AD-84DC722C4A7E}"/>
              </a:ext>
            </a:extLst>
          </p:cNvPr>
          <p:cNvCxnSpPr>
            <a:cxnSpLocks/>
            <a:stCxn id="41" idx="0"/>
            <a:endCxn id="45" idx="4"/>
          </p:cNvCxnSpPr>
          <p:nvPr/>
        </p:nvCxnSpPr>
        <p:spPr>
          <a:xfrm flipV="1">
            <a:off x="1665321" y="5691293"/>
            <a:ext cx="8245" cy="212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354E627C-31E9-4ACB-A9BF-670B42C4C79F}"/>
              </a:ext>
            </a:extLst>
          </p:cNvPr>
          <p:cNvCxnSpPr>
            <a:cxnSpLocks/>
            <a:stCxn id="42" idx="0"/>
            <a:endCxn id="46" idx="4"/>
          </p:cNvCxnSpPr>
          <p:nvPr/>
        </p:nvCxnSpPr>
        <p:spPr>
          <a:xfrm flipV="1">
            <a:off x="2541621" y="5696054"/>
            <a:ext cx="8245" cy="2175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A955F78C-2684-4DA8-841D-182947F9E885}"/>
              </a:ext>
            </a:extLst>
          </p:cNvPr>
          <p:cNvCxnSpPr>
            <a:stCxn id="44" idx="0"/>
            <a:endCxn id="43" idx="4"/>
          </p:cNvCxnSpPr>
          <p:nvPr/>
        </p:nvCxnSpPr>
        <p:spPr>
          <a:xfrm flipV="1">
            <a:off x="787741" y="5129317"/>
            <a:ext cx="432435" cy="260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C8735CD3-B31A-4825-B5E8-3FAB4D95BC24}"/>
              </a:ext>
            </a:extLst>
          </p:cNvPr>
          <p:cNvCxnSpPr>
            <a:stCxn id="45" idx="0"/>
            <a:endCxn id="43" idx="4"/>
          </p:cNvCxnSpPr>
          <p:nvPr/>
        </p:nvCxnSpPr>
        <p:spPr>
          <a:xfrm flipH="1" flipV="1">
            <a:off x="1220176" y="5129317"/>
            <a:ext cx="453390" cy="260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F4C647A3-C9CD-48BA-9F7D-1483F5FFE79D}"/>
              </a:ext>
            </a:extLst>
          </p:cNvPr>
          <p:cNvCxnSpPr>
            <a:stCxn id="43" idx="0"/>
            <a:endCxn id="47" idx="4"/>
          </p:cNvCxnSpPr>
          <p:nvPr/>
        </p:nvCxnSpPr>
        <p:spPr>
          <a:xfrm flipV="1">
            <a:off x="1220176" y="4491134"/>
            <a:ext cx="453390" cy="336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F416CC1E-520E-46E7-B81C-212222B99F28}"/>
              </a:ext>
            </a:extLst>
          </p:cNvPr>
          <p:cNvCxnSpPr>
            <a:stCxn id="46" idx="0"/>
            <a:endCxn id="47" idx="4"/>
          </p:cNvCxnSpPr>
          <p:nvPr/>
        </p:nvCxnSpPr>
        <p:spPr>
          <a:xfrm flipH="1" flipV="1">
            <a:off x="1673566" y="4491134"/>
            <a:ext cx="876300" cy="903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D934F11F-5362-473B-9870-72AE3D99A138}"/>
              </a:ext>
            </a:extLst>
          </p:cNvPr>
          <p:cNvSpPr txBox="1"/>
          <p:nvPr/>
        </p:nvSpPr>
        <p:spPr>
          <a:xfrm>
            <a:off x="906064" y="3457413"/>
            <a:ext cx="16438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客户端独立验证交易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需要请求的数据量</a:t>
            </a:r>
            <a:endParaRPr lang="en-US" altLang="zh-CN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F876CF9-CB12-4146-A743-77100E4E4F68}"/>
              </a:ext>
            </a:extLst>
          </p:cNvPr>
          <p:cNvSpPr/>
          <p:nvPr/>
        </p:nvSpPr>
        <p:spPr>
          <a:xfrm>
            <a:off x="3962818" y="4465268"/>
            <a:ext cx="560772" cy="22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1100" dirty="0">
              <a:solidFill>
                <a:schemeClr val="bg1">
                  <a:lumMod val="9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C98F0B5-7DF0-4123-8726-138179631ABF}"/>
              </a:ext>
            </a:extLst>
          </p:cNvPr>
          <p:cNvSpPr/>
          <p:nvPr/>
        </p:nvSpPr>
        <p:spPr>
          <a:xfrm>
            <a:off x="4848643" y="4474793"/>
            <a:ext cx="560772" cy="22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AA7DDAA-6FF7-4D6F-BF6A-6E622D3924F8}"/>
              </a:ext>
            </a:extLst>
          </p:cNvPr>
          <p:cNvSpPr/>
          <p:nvPr/>
        </p:nvSpPr>
        <p:spPr>
          <a:xfrm>
            <a:off x="5724943" y="4484318"/>
            <a:ext cx="560772" cy="22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1E413699-9767-4FA0-99BE-3AD5173D236A}"/>
                  </a:ext>
                </a:extLst>
              </p:cNvPr>
              <p:cNvSpPr/>
              <p:nvPr/>
            </p:nvSpPr>
            <p:spPr>
              <a:xfrm>
                <a:off x="4452403" y="3398467"/>
                <a:ext cx="462962" cy="30157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1E413699-9767-4FA0-99BE-3AD5173D23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403" y="3398467"/>
                <a:ext cx="462962" cy="301578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4EACAB5D-CF25-4785-A9F7-A02CC1A120CD}"/>
                  </a:ext>
                </a:extLst>
              </p:cNvPr>
              <p:cNvSpPr/>
              <p:nvPr/>
            </p:nvSpPr>
            <p:spPr>
              <a:xfrm>
                <a:off x="4019968" y="3960443"/>
                <a:ext cx="462962" cy="30157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4EACAB5D-CF25-4785-A9F7-A02CC1A120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968" y="3960443"/>
                <a:ext cx="462962" cy="301578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35ADA68B-56B5-4913-BBB8-3D50C9155B72}"/>
                  </a:ext>
                </a:extLst>
              </p:cNvPr>
              <p:cNvSpPr/>
              <p:nvPr/>
            </p:nvSpPr>
            <p:spPr>
              <a:xfrm>
                <a:off x="4905793" y="3960443"/>
                <a:ext cx="462962" cy="30157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35ADA68B-56B5-4913-BBB8-3D50C9155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793" y="3960443"/>
                <a:ext cx="462962" cy="30157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F24366C9-10E8-4DF2-955E-9BFBBD0EFA67}"/>
                  </a:ext>
                </a:extLst>
              </p:cNvPr>
              <p:cNvSpPr/>
              <p:nvPr/>
            </p:nvSpPr>
            <p:spPr>
              <a:xfrm>
                <a:off x="5782093" y="3965204"/>
                <a:ext cx="462962" cy="30157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F24366C9-10E8-4DF2-955E-9BFBBD0EFA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2093" y="3965204"/>
                <a:ext cx="462962" cy="301578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A0B6EE82-6539-47B3-8B7C-A47F215EB691}"/>
                  </a:ext>
                </a:extLst>
              </p:cNvPr>
              <p:cNvSpPr/>
              <p:nvPr/>
            </p:nvSpPr>
            <p:spPr>
              <a:xfrm>
                <a:off x="4905793" y="2760284"/>
                <a:ext cx="462962" cy="30157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1,2,3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A0B6EE82-6539-47B3-8B7C-A47F215EB6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793" y="2760284"/>
                <a:ext cx="462962" cy="301578"/>
              </a:xfrm>
              <a:prstGeom prst="ellipse">
                <a:avLst/>
              </a:prstGeom>
              <a:blipFill>
                <a:blip r:embed="rId15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A7FF79AF-EA27-4F42-AB28-81F57C67E3AB}"/>
              </a:ext>
            </a:extLst>
          </p:cNvPr>
          <p:cNvCxnSpPr>
            <a:stCxn id="57" idx="0"/>
            <a:endCxn id="61" idx="4"/>
          </p:cNvCxnSpPr>
          <p:nvPr/>
        </p:nvCxnSpPr>
        <p:spPr>
          <a:xfrm flipV="1">
            <a:off x="4243204" y="4262021"/>
            <a:ext cx="8245" cy="203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BA901929-EF25-476D-B1DB-5D964057347F}"/>
              </a:ext>
            </a:extLst>
          </p:cNvPr>
          <p:cNvCxnSpPr>
            <a:stCxn id="58" idx="0"/>
            <a:endCxn id="62" idx="4"/>
          </p:cNvCxnSpPr>
          <p:nvPr/>
        </p:nvCxnSpPr>
        <p:spPr>
          <a:xfrm flipV="1">
            <a:off x="5129029" y="4262021"/>
            <a:ext cx="8245" cy="212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E86158CA-D3FC-46AB-8F30-C1E798045137}"/>
              </a:ext>
            </a:extLst>
          </p:cNvPr>
          <p:cNvCxnSpPr>
            <a:stCxn id="59" idx="0"/>
            <a:endCxn id="63" idx="4"/>
          </p:cNvCxnSpPr>
          <p:nvPr/>
        </p:nvCxnSpPr>
        <p:spPr>
          <a:xfrm flipV="1">
            <a:off x="6005329" y="4266782"/>
            <a:ext cx="8245" cy="2175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586B194C-622A-4FF5-A10B-629A69CE5438}"/>
              </a:ext>
            </a:extLst>
          </p:cNvPr>
          <p:cNvCxnSpPr>
            <a:stCxn id="61" idx="0"/>
            <a:endCxn id="60" idx="4"/>
          </p:cNvCxnSpPr>
          <p:nvPr/>
        </p:nvCxnSpPr>
        <p:spPr>
          <a:xfrm flipV="1">
            <a:off x="4251449" y="3700045"/>
            <a:ext cx="432435" cy="260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713FE3F0-8AF6-4A76-A683-D1ADC526A468}"/>
              </a:ext>
            </a:extLst>
          </p:cNvPr>
          <p:cNvCxnSpPr>
            <a:stCxn id="62" idx="0"/>
            <a:endCxn id="60" idx="4"/>
          </p:cNvCxnSpPr>
          <p:nvPr/>
        </p:nvCxnSpPr>
        <p:spPr>
          <a:xfrm flipH="1" flipV="1">
            <a:off x="4683884" y="3700045"/>
            <a:ext cx="453390" cy="260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AE90B5BE-34AF-483C-A46C-A5384DE06964}"/>
              </a:ext>
            </a:extLst>
          </p:cNvPr>
          <p:cNvCxnSpPr>
            <a:stCxn id="60" idx="0"/>
            <a:endCxn id="64" idx="4"/>
          </p:cNvCxnSpPr>
          <p:nvPr/>
        </p:nvCxnSpPr>
        <p:spPr>
          <a:xfrm flipV="1">
            <a:off x="4683884" y="3061862"/>
            <a:ext cx="453390" cy="336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1CB78531-F715-4495-8FE6-B9F1476A1F05}"/>
              </a:ext>
            </a:extLst>
          </p:cNvPr>
          <p:cNvCxnSpPr>
            <a:stCxn id="63" idx="0"/>
            <a:endCxn id="64" idx="4"/>
          </p:cNvCxnSpPr>
          <p:nvPr/>
        </p:nvCxnSpPr>
        <p:spPr>
          <a:xfrm flipH="1" flipV="1">
            <a:off x="5137274" y="3061862"/>
            <a:ext cx="876300" cy="903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15FF0143-A145-49E6-BF5A-C47FB503DDC8}"/>
              </a:ext>
            </a:extLst>
          </p:cNvPr>
          <p:cNvSpPr txBox="1"/>
          <p:nvPr/>
        </p:nvSpPr>
        <p:spPr>
          <a:xfrm>
            <a:off x="885618" y="6267169"/>
            <a:ext cx="16446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客户端独立验证交易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需要请求的数据量</a:t>
            </a:r>
            <a:endParaRPr lang="en-US" altLang="zh-CN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FE87322E-8614-4007-9769-283E91B0E5C5}"/>
              </a:ext>
            </a:extLst>
          </p:cNvPr>
          <p:cNvSpPr txBox="1"/>
          <p:nvPr/>
        </p:nvSpPr>
        <p:spPr>
          <a:xfrm>
            <a:off x="4410516" y="4846654"/>
            <a:ext cx="14535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客户端验证交易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1,2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需要请求的数据量</a:t>
            </a:r>
            <a:endParaRPr lang="en-US" altLang="zh-CN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F9A6D62B-7C43-4EA6-9311-2C95DAF235D0}"/>
              </a:ext>
            </a:extLst>
          </p:cNvPr>
          <p:cNvSpPr/>
          <p:nvPr/>
        </p:nvSpPr>
        <p:spPr>
          <a:xfrm>
            <a:off x="382722" y="1330144"/>
            <a:ext cx="2510789" cy="2137491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箭头: 下 55">
            <a:extLst>
              <a:ext uri="{FF2B5EF4-FFF2-40B4-BE49-F238E27FC236}">
                <a16:creationId xmlns:a16="http://schemas.microsoft.com/office/drawing/2014/main" id="{C21A9993-5C15-4D27-B797-0EF092B153CC}"/>
              </a:ext>
            </a:extLst>
          </p:cNvPr>
          <p:cNvSpPr/>
          <p:nvPr/>
        </p:nvSpPr>
        <p:spPr>
          <a:xfrm rot="13498058">
            <a:off x="3317835" y="3893152"/>
            <a:ext cx="149609" cy="6743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箭头: 下 71">
            <a:extLst>
              <a:ext uri="{FF2B5EF4-FFF2-40B4-BE49-F238E27FC236}">
                <a16:creationId xmlns:a16="http://schemas.microsoft.com/office/drawing/2014/main" id="{9C9677D7-2F57-4329-A3C8-5E87D593DD34}"/>
              </a:ext>
            </a:extLst>
          </p:cNvPr>
          <p:cNvSpPr/>
          <p:nvPr/>
        </p:nvSpPr>
        <p:spPr>
          <a:xfrm rot="19126248">
            <a:off x="3322291" y="2917657"/>
            <a:ext cx="149609" cy="67438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2D83FB9-C671-4AF1-9DE4-DD5260F976EA}"/>
              </a:ext>
            </a:extLst>
          </p:cNvPr>
          <p:cNvSpPr txBox="1"/>
          <p:nvPr/>
        </p:nvSpPr>
        <p:spPr>
          <a:xfrm>
            <a:off x="2697874" y="3603865"/>
            <a:ext cx="13106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任务聚合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D0CCEE05-CB14-4751-894C-61B8031A8A8B}"/>
              </a:ext>
            </a:extLst>
          </p:cNvPr>
          <p:cNvSpPr/>
          <p:nvPr/>
        </p:nvSpPr>
        <p:spPr>
          <a:xfrm>
            <a:off x="384810" y="4113004"/>
            <a:ext cx="2510789" cy="2137491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D1298E59-C904-408B-BB7A-EBA0F5DEC2BD}"/>
              </a:ext>
            </a:extLst>
          </p:cNvPr>
          <p:cNvSpPr/>
          <p:nvPr/>
        </p:nvSpPr>
        <p:spPr>
          <a:xfrm>
            <a:off x="3869126" y="2674602"/>
            <a:ext cx="2510789" cy="2137491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7381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DC7D05B-0DF0-4D19-96B7-8F0786207417}"/>
              </a:ext>
            </a:extLst>
          </p:cNvPr>
          <p:cNvSpPr/>
          <p:nvPr/>
        </p:nvSpPr>
        <p:spPr>
          <a:xfrm>
            <a:off x="480060" y="6095341"/>
            <a:ext cx="560772" cy="22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1100" dirty="0">
              <a:solidFill>
                <a:schemeClr val="bg1">
                  <a:lumMod val="9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E5FA1DB-2241-4349-9A1B-C7721D69FD1D}"/>
              </a:ext>
            </a:extLst>
          </p:cNvPr>
          <p:cNvSpPr/>
          <p:nvPr/>
        </p:nvSpPr>
        <p:spPr>
          <a:xfrm>
            <a:off x="1365885" y="6104866"/>
            <a:ext cx="560772" cy="22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B9F5215-E2F3-4716-AD89-FE31BEC55D26}"/>
              </a:ext>
            </a:extLst>
          </p:cNvPr>
          <p:cNvSpPr/>
          <p:nvPr/>
        </p:nvSpPr>
        <p:spPr>
          <a:xfrm>
            <a:off x="2242185" y="6114391"/>
            <a:ext cx="560772" cy="22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52AA3D99-CA30-49F2-89F3-2C83BCB382A7}"/>
                  </a:ext>
                </a:extLst>
              </p:cNvPr>
              <p:cNvSpPr/>
              <p:nvPr/>
            </p:nvSpPr>
            <p:spPr>
              <a:xfrm>
                <a:off x="969645" y="5028540"/>
                <a:ext cx="462962" cy="30157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52AA3D99-CA30-49F2-89F3-2C83BCB382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645" y="5028540"/>
                <a:ext cx="462962" cy="30157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65C8336E-57C0-4270-8FB0-9276391FE6F2}"/>
                  </a:ext>
                </a:extLst>
              </p:cNvPr>
              <p:cNvSpPr/>
              <p:nvPr/>
            </p:nvSpPr>
            <p:spPr>
              <a:xfrm>
                <a:off x="537210" y="5590516"/>
                <a:ext cx="462962" cy="30157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65C8336E-57C0-4270-8FB0-9276391FE6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10" y="5590516"/>
                <a:ext cx="462962" cy="30157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0EF5FADB-4605-470E-8952-C12DE9FC5E05}"/>
                  </a:ext>
                </a:extLst>
              </p:cNvPr>
              <p:cNvSpPr/>
              <p:nvPr/>
            </p:nvSpPr>
            <p:spPr>
              <a:xfrm>
                <a:off x="1423035" y="5590516"/>
                <a:ext cx="462962" cy="301578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0EF5FADB-4605-470E-8952-C12DE9FC5E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035" y="5590516"/>
                <a:ext cx="462962" cy="30157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27BAEAD7-20B1-440F-AB3C-5DD16128AD11}"/>
                  </a:ext>
                </a:extLst>
              </p:cNvPr>
              <p:cNvSpPr/>
              <p:nvPr/>
            </p:nvSpPr>
            <p:spPr>
              <a:xfrm>
                <a:off x="2299335" y="5595277"/>
                <a:ext cx="462962" cy="301578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27BAEAD7-20B1-440F-AB3C-5DD16128AD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335" y="5595277"/>
                <a:ext cx="462962" cy="30157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21DD7126-D488-44A7-8B82-A30876EBEDB9}"/>
                  </a:ext>
                </a:extLst>
              </p:cNvPr>
              <p:cNvSpPr/>
              <p:nvPr/>
            </p:nvSpPr>
            <p:spPr>
              <a:xfrm>
                <a:off x="1423035" y="4390357"/>
                <a:ext cx="462962" cy="301578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1,2,3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21DD7126-D488-44A7-8B82-A30876EBED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035" y="4390357"/>
                <a:ext cx="462962" cy="301578"/>
              </a:xfrm>
              <a:prstGeom prst="ellipse">
                <a:avLst/>
              </a:prstGeom>
              <a:blipFill>
                <a:blip r:embed="rId7"/>
                <a:stretch>
                  <a:fillRect r="-89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48EB9B2F-1900-4D18-BFF3-42CCF451774D}"/>
              </a:ext>
            </a:extLst>
          </p:cNvPr>
          <p:cNvCxnSpPr>
            <a:cxnSpLocks/>
            <a:stCxn id="2" idx="0"/>
            <a:endCxn id="19" idx="4"/>
          </p:cNvCxnSpPr>
          <p:nvPr/>
        </p:nvCxnSpPr>
        <p:spPr>
          <a:xfrm flipV="1">
            <a:off x="760446" y="5892094"/>
            <a:ext cx="8245" cy="203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A0B40C03-A65D-42C5-855C-D37AB99128B0}"/>
              </a:ext>
            </a:extLst>
          </p:cNvPr>
          <p:cNvCxnSpPr>
            <a:cxnSpLocks/>
            <a:stCxn id="15" idx="0"/>
            <a:endCxn id="20" idx="4"/>
          </p:cNvCxnSpPr>
          <p:nvPr/>
        </p:nvCxnSpPr>
        <p:spPr>
          <a:xfrm flipV="1">
            <a:off x="1646271" y="5892094"/>
            <a:ext cx="8245" cy="212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E44A173A-6984-402E-9C91-D5A6345D971E}"/>
              </a:ext>
            </a:extLst>
          </p:cNvPr>
          <p:cNvCxnSpPr>
            <a:cxnSpLocks/>
            <a:stCxn id="16" idx="0"/>
            <a:endCxn id="21" idx="4"/>
          </p:cNvCxnSpPr>
          <p:nvPr/>
        </p:nvCxnSpPr>
        <p:spPr>
          <a:xfrm flipV="1">
            <a:off x="2522571" y="5896855"/>
            <a:ext cx="8245" cy="2175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20A5FF47-E53B-4F4E-BF21-7D03FA1249E0}"/>
              </a:ext>
            </a:extLst>
          </p:cNvPr>
          <p:cNvCxnSpPr>
            <a:stCxn id="19" idx="0"/>
            <a:endCxn id="17" idx="4"/>
          </p:cNvCxnSpPr>
          <p:nvPr/>
        </p:nvCxnSpPr>
        <p:spPr>
          <a:xfrm flipV="1">
            <a:off x="768691" y="5330118"/>
            <a:ext cx="432435" cy="260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3507E95A-D851-4C2D-9FEC-61CF2A0440E5}"/>
              </a:ext>
            </a:extLst>
          </p:cNvPr>
          <p:cNvCxnSpPr>
            <a:stCxn id="20" idx="0"/>
            <a:endCxn id="17" idx="4"/>
          </p:cNvCxnSpPr>
          <p:nvPr/>
        </p:nvCxnSpPr>
        <p:spPr>
          <a:xfrm flipH="1" flipV="1">
            <a:off x="1201126" y="5330118"/>
            <a:ext cx="453390" cy="260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C4D91131-BB71-4CE6-AF28-887DE821564F}"/>
              </a:ext>
            </a:extLst>
          </p:cNvPr>
          <p:cNvCxnSpPr>
            <a:cxnSpLocks/>
            <a:stCxn id="17" idx="0"/>
            <a:endCxn id="23" idx="4"/>
          </p:cNvCxnSpPr>
          <p:nvPr/>
        </p:nvCxnSpPr>
        <p:spPr>
          <a:xfrm flipV="1">
            <a:off x="1201126" y="4691935"/>
            <a:ext cx="453390" cy="336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5E2861C9-30FF-4DFA-9A17-BC64C70BD1D3}"/>
              </a:ext>
            </a:extLst>
          </p:cNvPr>
          <p:cNvCxnSpPr>
            <a:cxnSpLocks/>
            <a:stCxn id="21" idx="0"/>
            <a:endCxn id="23" idx="4"/>
          </p:cNvCxnSpPr>
          <p:nvPr/>
        </p:nvCxnSpPr>
        <p:spPr>
          <a:xfrm flipH="1" flipV="1">
            <a:off x="1654516" y="4691935"/>
            <a:ext cx="876300" cy="903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353BCDD9-9A36-4144-9969-1E656E359B68}"/>
              </a:ext>
            </a:extLst>
          </p:cNvPr>
          <p:cNvSpPr/>
          <p:nvPr/>
        </p:nvSpPr>
        <p:spPr>
          <a:xfrm>
            <a:off x="499110" y="8863202"/>
            <a:ext cx="560772" cy="22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4C0975F-98F5-4CFC-A34F-C3D9EAD2E792}"/>
              </a:ext>
            </a:extLst>
          </p:cNvPr>
          <p:cNvSpPr/>
          <p:nvPr/>
        </p:nvSpPr>
        <p:spPr>
          <a:xfrm>
            <a:off x="1384935" y="8872727"/>
            <a:ext cx="560772" cy="22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sz="1100" dirty="0">
              <a:solidFill>
                <a:schemeClr val="bg1">
                  <a:lumMod val="9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403DDA9-703A-428A-8965-030983A0F358}"/>
              </a:ext>
            </a:extLst>
          </p:cNvPr>
          <p:cNvSpPr/>
          <p:nvPr/>
        </p:nvSpPr>
        <p:spPr>
          <a:xfrm>
            <a:off x="2261235" y="8882252"/>
            <a:ext cx="560772" cy="22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E5F39DD1-D97C-4A42-B01F-6C8B85481B94}"/>
                  </a:ext>
                </a:extLst>
              </p:cNvPr>
              <p:cNvSpPr/>
              <p:nvPr/>
            </p:nvSpPr>
            <p:spPr>
              <a:xfrm>
                <a:off x="988695" y="7796401"/>
                <a:ext cx="462962" cy="30157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E5F39DD1-D97C-4A42-B01F-6C8B85481B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695" y="7796401"/>
                <a:ext cx="462962" cy="30157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1DEBB562-F956-4423-B900-D09895738A3E}"/>
                  </a:ext>
                </a:extLst>
              </p:cNvPr>
              <p:cNvSpPr/>
              <p:nvPr/>
            </p:nvSpPr>
            <p:spPr>
              <a:xfrm>
                <a:off x="556260" y="8358377"/>
                <a:ext cx="462962" cy="301578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1DEBB562-F956-4423-B900-D09895738A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" y="8358377"/>
                <a:ext cx="462962" cy="30157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7A19E6A4-1F96-4FD0-A3F9-A9A3DB79955A}"/>
                  </a:ext>
                </a:extLst>
              </p:cNvPr>
              <p:cNvSpPr/>
              <p:nvPr/>
            </p:nvSpPr>
            <p:spPr>
              <a:xfrm>
                <a:off x="1442085" y="8358377"/>
                <a:ext cx="462962" cy="30157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7A19E6A4-1F96-4FD0-A3F9-A9A3DB7995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2085" y="8358377"/>
                <a:ext cx="462962" cy="30157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56929F15-C353-4387-8804-98A61BB0AAA5}"/>
                  </a:ext>
                </a:extLst>
              </p:cNvPr>
              <p:cNvSpPr/>
              <p:nvPr/>
            </p:nvSpPr>
            <p:spPr>
              <a:xfrm>
                <a:off x="2318385" y="8363138"/>
                <a:ext cx="462962" cy="301578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56929F15-C353-4387-8804-98A61BB0AA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385" y="8363138"/>
                <a:ext cx="462962" cy="30157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72F88610-E251-4BF4-8507-F4B34BB3DF51}"/>
                  </a:ext>
                </a:extLst>
              </p:cNvPr>
              <p:cNvSpPr/>
              <p:nvPr/>
            </p:nvSpPr>
            <p:spPr>
              <a:xfrm>
                <a:off x="1442085" y="7158218"/>
                <a:ext cx="462962" cy="301578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1,2,3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72F88610-E251-4BF4-8507-F4B34BB3DF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2085" y="7158218"/>
                <a:ext cx="462962" cy="301578"/>
              </a:xfrm>
              <a:prstGeom prst="ellipse">
                <a:avLst/>
              </a:prstGeom>
              <a:blipFill>
                <a:blip r:embed="rId10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AA22FAF7-DEF8-4CFF-AB4C-1E0337ABCCE6}"/>
              </a:ext>
            </a:extLst>
          </p:cNvPr>
          <p:cNvCxnSpPr>
            <a:cxnSpLocks/>
            <a:stCxn id="40" idx="0"/>
            <a:endCxn id="44" idx="4"/>
          </p:cNvCxnSpPr>
          <p:nvPr/>
        </p:nvCxnSpPr>
        <p:spPr>
          <a:xfrm flipV="1">
            <a:off x="779496" y="8659955"/>
            <a:ext cx="8245" cy="203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5EF656A8-30A8-485C-90AD-84DC722C4A7E}"/>
              </a:ext>
            </a:extLst>
          </p:cNvPr>
          <p:cNvCxnSpPr>
            <a:cxnSpLocks/>
            <a:stCxn id="41" idx="0"/>
            <a:endCxn id="45" idx="4"/>
          </p:cNvCxnSpPr>
          <p:nvPr/>
        </p:nvCxnSpPr>
        <p:spPr>
          <a:xfrm flipV="1">
            <a:off x="1665321" y="8659955"/>
            <a:ext cx="8245" cy="212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354E627C-31E9-4ACB-A9BF-670B42C4C79F}"/>
              </a:ext>
            </a:extLst>
          </p:cNvPr>
          <p:cNvCxnSpPr>
            <a:cxnSpLocks/>
            <a:stCxn id="42" idx="0"/>
            <a:endCxn id="46" idx="4"/>
          </p:cNvCxnSpPr>
          <p:nvPr/>
        </p:nvCxnSpPr>
        <p:spPr>
          <a:xfrm flipV="1">
            <a:off x="2541621" y="8664716"/>
            <a:ext cx="8245" cy="2175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A955F78C-2684-4DA8-841D-182947F9E885}"/>
              </a:ext>
            </a:extLst>
          </p:cNvPr>
          <p:cNvCxnSpPr>
            <a:stCxn id="44" idx="0"/>
            <a:endCxn id="43" idx="4"/>
          </p:cNvCxnSpPr>
          <p:nvPr/>
        </p:nvCxnSpPr>
        <p:spPr>
          <a:xfrm flipV="1">
            <a:off x="787741" y="8097979"/>
            <a:ext cx="432435" cy="260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C8735CD3-B31A-4825-B5E8-3FAB4D95BC24}"/>
              </a:ext>
            </a:extLst>
          </p:cNvPr>
          <p:cNvCxnSpPr>
            <a:stCxn id="45" idx="0"/>
            <a:endCxn id="43" idx="4"/>
          </p:cNvCxnSpPr>
          <p:nvPr/>
        </p:nvCxnSpPr>
        <p:spPr>
          <a:xfrm flipH="1" flipV="1">
            <a:off x="1220176" y="8097979"/>
            <a:ext cx="453390" cy="260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F4C647A3-C9CD-48BA-9F7D-1483F5FFE79D}"/>
              </a:ext>
            </a:extLst>
          </p:cNvPr>
          <p:cNvCxnSpPr>
            <a:stCxn id="43" idx="0"/>
            <a:endCxn id="47" idx="4"/>
          </p:cNvCxnSpPr>
          <p:nvPr/>
        </p:nvCxnSpPr>
        <p:spPr>
          <a:xfrm flipV="1">
            <a:off x="1220176" y="7459796"/>
            <a:ext cx="453390" cy="336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F416CC1E-520E-46E7-B81C-212222B99F28}"/>
              </a:ext>
            </a:extLst>
          </p:cNvPr>
          <p:cNvCxnSpPr>
            <a:stCxn id="46" idx="0"/>
            <a:endCxn id="47" idx="4"/>
          </p:cNvCxnSpPr>
          <p:nvPr/>
        </p:nvCxnSpPr>
        <p:spPr>
          <a:xfrm flipH="1" flipV="1">
            <a:off x="1673566" y="7459796"/>
            <a:ext cx="876300" cy="903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D934F11F-5362-473B-9870-72AE3D99A138}"/>
              </a:ext>
            </a:extLst>
          </p:cNvPr>
          <p:cNvSpPr txBox="1"/>
          <p:nvPr/>
        </p:nvSpPr>
        <p:spPr>
          <a:xfrm>
            <a:off x="906064" y="6426075"/>
            <a:ext cx="16438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客户端独立验证交易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需要请求的数据量</a:t>
            </a:r>
            <a:endParaRPr lang="en-US" altLang="zh-CN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F876CF9-CB12-4146-A743-77100E4E4F68}"/>
              </a:ext>
            </a:extLst>
          </p:cNvPr>
          <p:cNvSpPr/>
          <p:nvPr/>
        </p:nvSpPr>
        <p:spPr>
          <a:xfrm>
            <a:off x="3962818" y="7433930"/>
            <a:ext cx="560772" cy="22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1100" dirty="0">
              <a:solidFill>
                <a:schemeClr val="bg1">
                  <a:lumMod val="9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C98F0B5-7DF0-4123-8726-138179631ABF}"/>
              </a:ext>
            </a:extLst>
          </p:cNvPr>
          <p:cNvSpPr/>
          <p:nvPr/>
        </p:nvSpPr>
        <p:spPr>
          <a:xfrm>
            <a:off x="4848643" y="7443455"/>
            <a:ext cx="560772" cy="22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AA7DDAA-6FF7-4D6F-BF6A-6E622D3924F8}"/>
              </a:ext>
            </a:extLst>
          </p:cNvPr>
          <p:cNvSpPr/>
          <p:nvPr/>
        </p:nvSpPr>
        <p:spPr>
          <a:xfrm>
            <a:off x="5724943" y="7452980"/>
            <a:ext cx="560772" cy="22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1E413699-9767-4FA0-99BE-3AD5173D236A}"/>
                  </a:ext>
                </a:extLst>
              </p:cNvPr>
              <p:cNvSpPr/>
              <p:nvPr/>
            </p:nvSpPr>
            <p:spPr>
              <a:xfrm>
                <a:off x="4452403" y="6367129"/>
                <a:ext cx="462962" cy="30157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1E413699-9767-4FA0-99BE-3AD5173D23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403" y="6367129"/>
                <a:ext cx="462962" cy="301578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4EACAB5D-CF25-4785-A9F7-A02CC1A120CD}"/>
                  </a:ext>
                </a:extLst>
              </p:cNvPr>
              <p:cNvSpPr/>
              <p:nvPr/>
            </p:nvSpPr>
            <p:spPr>
              <a:xfrm>
                <a:off x="4019968" y="6929105"/>
                <a:ext cx="462962" cy="30157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4EACAB5D-CF25-4785-A9F7-A02CC1A120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968" y="6929105"/>
                <a:ext cx="462962" cy="301578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35ADA68B-56B5-4913-BBB8-3D50C9155B72}"/>
                  </a:ext>
                </a:extLst>
              </p:cNvPr>
              <p:cNvSpPr/>
              <p:nvPr/>
            </p:nvSpPr>
            <p:spPr>
              <a:xfrm>
                <a:off x="4905793" y="6929105"/>
                <a:ext cx="462962" cy="30157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35ADA68B-56B5-4913-BBB8-3D50C9155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793" y="6929105"/>
                <a:ext cx="462962" cy="30157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F24366C9-10E8-4DF2-955E-9BFBBD0EFA67}"/>
                  </a:ext>
                </a:extLst>
              </p:cNvPr>
              <p:cNvSpPr/>
              <p:nvPr/>
            </p:nvSpPr>
            <p:spPr>
              <a:xfrm>
                <a:off x="5782093" y="6933866"/>
                <a:ext cx="462962" cy="301578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F24366C9-10E8-4DF2-955E-9BFBBD0EFA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2093" y="6933866"/>
                <a:ext cx="462962" cy="301578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A0B6EE82-6539-47B3-8B7C-A47F215EB691}"/>
                  </a:ext>
                </a:extLst>
              </p:cNvPr>
              <p:cNvSpPr/>
              <p:nvPr/>
            </p:nvSpPr>
            <p:spPr>
              <a:xfrm>
                <a:off x="4905793" y="5728946"/>
                <a:ext cx="462962" cy="301578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1,2,3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A0B6EE82-6539-47B3-8B7C-A47F215EB6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793" y="5728946"/>
                <a:ext cx="462962" cy="301578"/>
              </a:xfrm>
              <a:prstGeom prst="ellipse">
                <a:avLst/>
              </a:prstGeom>
              <a:blipFill>
                <a:blip r:embed="rId15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A7FF79AF-EA27-4F42-AB28-81F57C67E3AB}"/>
              </a:ext>
            </a:extLst>
          </p:cNvPr>
          <p:cNvCxnSpPr>
            <a:stCxn id="57" idx="0"/>
            <a:endCxn id="61" idx="4"/>
          </p:cNvCxnSpPr>
          <p:nvPr/>
        </p:nvCxnSpPr>
        <p:spPr>
          <a:xfrm flipV="1">
            <a:off x="4243204" y="7230683"/>
            <a:ext cx="8245" cy="203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BA901929-EF25-476D-B1DB-5D964057347F}"/>
              </a:ext>
            </a:extLst>
          </p:cNvPr>
          <p:cNvCxnSpPr>
            <a:stCxn id="58" idx="0"/>
            <a:endCxn id="62" idx="4"/>
          </p:cNvCxnSpPr>
          <p:nvPr/>
        </p:nvCxnSpPr>
        <p:spPr>
          <a:xfrm flipV="1">
            <a:off x="5129029" y="7230683"/>
            <a:ext cx="8245" cy="212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E86158CA-D3FC-46AB-8F30-C1E798045137}"/>
              </a:ext>
            </a:extLst>
          </p:cNvPr>
          <p:cNvCxnSpPr>
            <a:stCxn id="59" idx="0"/>
            <a:endCxn id="63" idx="4"/>
          </p:cNvCxnSpPr>
          <p:nvPr/>
        </p:nvCxnSpPr>
        <p:spPr>
          <a:xfrm flipV="1">
            <a:off x="6005329" y="7235444"/>
            <a:ext cx="8245" cy="2175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586B194C-622A-4FF5-A10B-629A69CE5438}"/>
              </a:ext>
            </a:extLst>
          </p:cNvPr>
          <p:cNvCxnSpPr>
            <a:stCxn id="61" idx="0"/>
            <a:endCxn id="60" idx="4"/>
          </p:cNvCxnSpPr>
          <p:nvPr/>
        </p:nvCxnSpPr>
        <p:spPr>
          <a:xfrm flipV="1">
            <a:off x="4251449" y="6668707"/>
            <a:ext cx="432435" cy="260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713FE3F0-8AF6-4A76-A683-D1ADC526A468}"/>
              </a:ext>
            </a:extLst>
          </p:cNvPr>
          <p:cNvCxnSpPr>
            <a:stCxn id="62" idx="0"/>
            <a:endCxn id="60" idx="4"/>
          </p:cNvCxnSpPr>
          <p:nvPr/>
        </p:nvCxnSpPr>
        <p:spPr>
          <a:xfrm flipH="1" flipV="1">
            <a:off x="4683884" y="6668707"/>
            <a:ext cx="453390" cy="260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AE90B5BE-34AF-483C-A46C-A5384DE06964}"/>
              </a:ext>
            </a:extLst>
          </p:cNvPr>
          <p:cNvCxnSpPr>
            <a:stCxn id="60" idx="0"/>
            <a:endCxn id="64" idx="4"/>
          </p:cNvCxnSpPr>
          <p:nvPr/>
        </p:nvCxnSpPr>
        <p:spPr>
          <a:xfrm flipV="1">
            <a:off x="4683884" y="6030524"/>
            <a:ext cx="453390" cy="336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1CB78531-F715-4495-8FE6-B9F1476A1F05}"/>
              </a:ext>
            </a:extLst>
          </p:cNvPr>
          <p:cNvCxnSpPr>
            <a:stCxn id="63" idx="0"/>
            <a:endCxn id="64" idx="4"/>
          </p:cNvCxnSpPr>
          <p:nvPr/>
        </p:nvCxnSpPr>
        <p:spPr>
          <a:xfrm flipH="1" flipV="1">
            <a:off x="5137274" y="6030524"/>
            <a:ext cx="876300" cy="903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15FF0143-A145-49E6-BF5A-C47FB503DDC8}"/>
              </a:ext>
            </a:extLst>
          </p:cNvPr>
          <p:cNvSpPr txBox="1"/>
          <p:nvPr/>
        </p:nvSpPr>
        <p:spPr>
          <a:xfrm>
            <a:off x="885618" y="9235831"/>
            <a:ext cx="16446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客户端独立验证交易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需要请求的数据量</a:t>
            </a:r>
            <a:endParaRPr lang="en-US" altLang="zh-CN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FE87322E-8614-4007-9769-283E91B0E5C5}"/>
              </a:ext>
            </a:extLst>
          </p:cNvPr>
          <p:cNvSpPr txBox="1"/>
          <p:nvPr/>
        </p:nvSpPr>
        <p:spPr>
          <a:xfrm>
            <a:off x="4410516" y="7815316"/>
            <a:ext cx="14535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客户端验证交易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1,2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需要请求的数据量</a:t>
            </a:r>
            <a:endParaRPr lang="en-US" altLang="zh-CN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F9A6D62B-7C43-4EA6-9311-2C95DAF235D0}"/>
              </a:ext>
            </a:extLst>
          </p:cNvPr>
          <p:cNvSpPr/>
          <p:nvPr/>
        </p:nvSpPr>
        <p:spPr>
          <a:xfrm>
            <a:off x="382722" y="4298806"/>
            <a:ext cx="2510789" cy="2137491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箭头: 下 55">
            <a:extLst>
              <a:ext uri="{FF2B5EF4-FFF2-40B4-BE49-F238E27FC236}">
                <a16:creationId xmlns:a16="http://schemas.microsoft.com/office/drawing/2014/main" id="{C21A9993-5C15-4D27-B797-0EF092B153CC}"/>
              </a:ext>
            </a:extLst>
          </p:cNvPr>
          <p:cNvSpPr/>
          <p:nvPr/>
        </p:nvSpPr>
        <p:spPr>
          <a:xfrm rot="13498058">
            <a:off x="3317835" y="6861814"/>
            <a:ext cx="149609" cy="6743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箭头: 下 71">
            <a:extLst>
              <a:ext uri="{FF2B5EF4-FFF2-40B4-BE49-F238E27FC236}">
                <a16:creationId xmlns:a16="http://schemas.microsoft.com/office/drawing/2014/main" id="{9C9677D7-2F57-4329-A3C8-5E87D593DD34}"/>
              </a:ext>
            </a:extLst>
          </p:cNvPr>
          <p:cNvSpPr/>
          <p:nvPr/>
        </p:nvSpPr>
        <p:spPr>
          <a:xfrm rot="19126248">
            <a:off x="3322291" y="5886319"/>
            <a:ext cx="149609" cy="67438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2D83FB9-C671-4AF1-9DE4-DD5260F976EA}"/>
              </a:ext>
            </a:extLst>
          </p:cNvPr>
          <p:cNvSpPr txBox="1"/>
          <p:nvPr/>
        </p:nvSpPr>
        <p:spPr>
          <a:xfrm>
            <a:off x="2697874" y="6572527"/>
            <a:ext cx="13106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任务聚合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D0CCEE05-CB14-4751-894C-61B8031A8A8B}"/>
              </a:ext>
            </a:extLst>
          </p:cNvPr>
          <p:cNvSpPr/>
          <p:nvPr/>
        </p:nvSpPr>
        <p:spPr>
          <a:xfrm>
            <a:off x="384810" y="7081666"/>
            <a:ext cx="2510789" cy="2137491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D1298E59-C904-408B-BB7A-EBA0F5DEC2BD}"/>
              </a:ext>
            </a:extLst>
          </p:cNvPr>
          <p:cNvSpPr/>
          <p:nvPr/>
        </p:nvSpPr>
        <p:spPr>
          <a:xfrm>
            <a:off x="3869126" y="5643264"/>
            <a:ext cx="2510789" cy="2137491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DBEE6369-D8DB-450A-B8DC-6AF0FCB61FF2}"/>
              </a:ext>
            </a:extLst>
          </p:cNvPr>
          <p:cNvSpPr/>
          <p:nvPr/>
        </p:nvSpPr>
        <p:spPr>
          <a:xfrm>
            <a:off x="451485" y="961374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7B3B1CB5-8E5C-46A4-86CF-6034363AB7AB}"/>
              </a:ext>
            </a:extLst>
          </p:cNvPr>
          <p:cNvSpPr/>
          <p:nvPr/>
        </p:nvSpPr>
        <p:spPr>
          <a:xfrm>
            <a:off x="634365" y="1189974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D696025B-38E4-4CB7-9915-5C4A3FEB06F9}"/>
              </a:ext>
            </a:extLst>
          </p:cNvPr>
          <p:cNvSpPr/>
          <p:nvPr/>
        </p:nvSpPr>
        <p:spPr>
          <a:xfrm>
            <a:off x="832485" y="1418574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FF3AE0EB-7B38-4869-B466-799981FC7B5D}"/>
              </a:ext>
            </a:extLst>
          </p:cNvPr>
          <p:cNvSpPr/>
          <p:nvPr/>
        </p:nvSpPr>
        <p:spPr>
          <a:xfrm>
            <a:off x="1022985" y="1637649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DFA8ACAB-6443-4DDC-955B-EE383AE1DF0B}"/>
              </a:ext>
            </a:extLst>
          </p:cNvPr>
          <p:cNvSpPr/>
          <p:nvPr/>
        </p:nvSpPr>
        <p:spPr>
          <a:xfrm>
            <a:off x="1221105" y="1866249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62FDB8F0-16B3-4F72-95CC-4C12482DFE90}"/>
              </a:ext>
            </a:extLst>
          </p:cNvPr>
          <p:cNvSpPr/>
          <p:nvPr/>
        </p:nvSpPr>
        <p:spPr>
          <a:xfrm>
            <a:off x="1403985" y="2085324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852DFDDD-A599-4AB7-9ED4-617119E00A15}"/>
              </a:ext>
            </a:extLst>
          </p:cNvPr>
          <p:cNvSpPr/>
          <p:nvPr/>
        </p:nvSpPr>
        <p:spPr>
          <a:xfrm>
            <a:off x="1602105" y="2313924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ABF5D154-1F5F-4760-9D97-30B871D9708D}"/>
              </a:ext>
            </a:extLst>
          </p:cNvPr>
          <p:cNvSpPr/>
          <p:nvPr/>
        </p:nvSpPr>
        <p:spPr>
          <a:xfrm>
            <a:off x="1792605" y="2542524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E9DAF3D4-57B5-4A3D-80E5-0E852DA387A7}"/>
              </a:ext>
            </a:extLst>
          </p:cNvPr>
          <p:cNvSpPr/>
          <p:nvPr/>
        </p:nvSpPr>
        <p:spPr>
          <a:xfrm>
            <a:off x="1983105" y="2771124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4DE8D6B4-410E-45F6-9328-8F27A91ED942}"/>
              </a:ext>
            </a:extLst>
          </p:cNvPr>
          <p:cNvSpPr/>
          <p:nvPr/>
        </p:nvSpPr>
        <p:spPr>
          <a:xfrm>
            <a:off x="257176" y="955801"/>
            <a:ext cx="2143884" cy="1575379"/>
          </a:xfrm>
          <a:prstGeom prst="roundRect">
            <a:avLst/>
          </a:prstGeom>
          <a:solidFill>
            <a:srgbClr val="FDE5DB">
              <a:alpha val="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96CC64A4-23AB-4701-B41D-00C3BE010083}"/>
              </a:ext>
            </a:extLst>
          </p:cNvPr>
          <p:cNvSpPr/>
          <p:nvPr/>
        </p:nvSpPr>
        <p:spPr>
          <a:xfrm>
            <a:off x="3810000" y="969046"/>
            <a:ext cx="1099616" cy="678128"/>
          </a:xfrm>
          <a:prstGeom prst="round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62CACABE-D790-4207-B6A1-6E0812A91DDE}"/>
              </a:ext>
            </a:extLst>
          </p:cNvPr>
          <p:cNvSpPr txBox="1"/>
          <p:nvPr/>
        </p:nvSpPr>
        <p:spPr>
          <a:xfrm>
            <a:off x="2326005" y="2917928"/>
            <a:ext cx="577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A2751328-6406-4789-A1E4-BD458E793772}"/>
              </a:ext>
            </a:extLst>
          </p:cNvPr>
          <p:cNvSpPr txBox="1"/>
          <p:nvPr/>
        </p:nvSpPr>
        <p:spPr>
          <a:xfrm>
            <a:off x="2305346" y="883650"/>
            <a:ext cx="7821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区块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#1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61C385C2-2617-4EA0-A351-12E4D5FD3EB7}"/>
              </a:ext>
            </a:extLst>
          </p:cNvPr>
          <p:cNvSpPr txBox="1"/>
          <p:nvPr/>
        </p:nvSpPr>
        <p:spPr>
          <a:xfrm>
            <a:off x="809625" y="3330837"/>
            <a:ext cx="14957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区块参数：</a:t>
            </a:r>
            <a:endParaRPr lang="en-US" altLang="zh-CN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区块大小为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（交易）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DB9B942-42B1-4D6D-A513-826980964F96}"/>
              </a:ext>
            </a:extLst>
          </p:cNvPr>
          <p:cNvSpPr txBox="1"/>
          <p:nvPr/>
        </p:nvSpPr>
        <p:spPr>
          <a:xfrm>
            <a:off x="4608195" y="3340362"/>
            <a:ext cx="14634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区块参数：</a:t>
            </a:r>
            <a:endParaRPr lang="en-US" altLang="zh-CN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区块大小为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（交易）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02FC2AA8-A563-40D7-BA35-987BCF80A4D5}"/>
              </a:ext>
            </a:extLst>
          </p:cNvPr>
          <p:cNvSpPr/>
          <p:nvPr/>
        </p:nvSpPr>
        <p:spPr>
          <a:xfrm>
            <a:off x="1179194" y="1277485"/>
            <a:ext cx="1224000" cy="7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E0872419-7D0C-435B-B699-F68114B490E7}"/>
              </a:ext>
            </a:extLst>
          </p:cNvPr>
          <p:cNvSpPr/>
          <p:nvPr/>
        </p:nvSpPr>
        <p:spPr>
          <a:xfrm>
            <a:off x="204122" y="888584"/>
            <a:ext cx="2643854" cy="2411202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DBB2344C-1F4E-44F5-93A9-3560718D148B}"/>
              </a:ext>
            </a:extLst>
          </p:cNvPr>
          <p:cNvSpPr txBox="1"/>
          <p:nvPr/>
        </p:nvSpPr>
        <p:spPr>
          <a:xfrm>
            <a:off x="1099086" y="1025799"/>
            <a:ext cx="12476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等待时延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6EA4AAC7-B398-4A7D-9553-36E676121BB1}"/>
              </a:ext>
            </a:extLst>
          </p:cNvPr>
          <p:cNvSpPr txBox="1"/>
          <p:nvPr/>
        </p:nvSpPr>
        <p:spPr>
          <a:xfrm>
            <a:off x="2636852" y="1556149"/>
            <a:ext cx="12476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区块</a:t>
            </a:r>
            <a:endParaRPr lang="en-US" altLang="zh-CN" sz="1100" b="1" dirty="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1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参数调整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27C29D55-FD3E-4C9C-8A24-341E48C7DF70}"/>
              </a:ext>
            </a:extLst>
          </p:cNvPr>
          <p:cNvSpPr/>
          <p:nvPr/>
        </p:nvSpPr>
        <p:spPr>
          <a:xfrm>
            <a:off x="3909060" y="961374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D6800566-43BF-44F8-9A36-2A22EDB3A354}"/>
              </a:ext>
            </a:extLst>
          </p:cNvPr>
          <p:cNvSpPr/>
          <p:nvPr/>
        </p:nvSpPr>
        <p:spPr>
          <a:xfrm>
            <a:off x="4091940" y="1189974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2120ADA8-CFCE-4437-B974-606A04FD8B7C}"/>
              </a:ext>
            </a:extLst>
          </p:cNvPr>
          <p:cNvSpPr/>
          <p:nvPr/>
        </p:nvSpPr>
        <p:spPr>
          <a:xfrm>
            <a:off x="4290060" y="1418574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E7E07908-8B4B-446C-A44E-4A45557F1CFB}"/>
              </a:ext>
            </a:extLst>
          </p:cNvPr>
          <p:cNvSpPr/>
          <p:nvPr/>
        </p:nvSpPr>
        <p:spPr>
          <a:xfrm>
            <a:off x="4480560" y="1637649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C4B288EE-7B24-4C09-87FF-E10B9077AC62}"/>
              </a:ext>
            </a:extLst>
          </p:cNvPr>
          <p:cNvSpPr/>
          <p:nvPr/>
        </p:nvSpPr>
        <p:spPr>
          <a:xfrm>
            <a:off x="4678680" y="1866249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888B594B-8A5D-46B6-97BF-E90A2CE3712A}"/>
              </a:ext>
            </a:extLst>
          </p:cNvPr>
          <p:cNvSpPr/>
          <p:nvPr/>
        </p:nvSpPr>
        <p:spPr>
          <a:xfrm>
            <a:off x="4861560" y="2085324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0F2C4682-BD3D-4133-9018-BD291297101B}"/>
              </a:ext>
            </a:extLst>
          </p:cNvPr>
          <p:cNvSpPr/>
          <p:nvPr/>
        </p:nvSpPr>
        <p:spPr>
          <a:xfrm>
            <a:off x="5059680" y="2313924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14B06C2D-F75B-43A7-A408-20E38C484A9A}"/>
              </a:ext>
            </a:extLst>
          </p:cNvPr>
          <p:cNvSpPr/>
          <p:nvPr/>
        </p:nvSpPr>
        <p:spPr>
          <a:xfrm>
            <a:off x="5250180" y="2542524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CD30BD6D-4080-4507-9DB6-31F4DC70529E}"/>
              </a:ext>
            </a:extLst>
          </p:cNvPr>
          <p:cNvSpPr/>
          <p:nvPr/>
        </p:nvSpPr>
        <p:spPr>
          <a:xfrm>
            <a:off x="5440680" y="2771124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交易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18DF5725-263C-4D21-8200-5EFBA005BC13}"/>
              </a:ext>
            </a:extLst>
          </p:cNvPr>
          <p:cNvSpPr txBox="1"/>
          <p:nvPr/>
        </p:nvSpPr>
        <p:spPr>
          <a:xfrm>
            <a:off x="5783580" y="2917928"/>
            <a:ext cx="577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32F771B0-3885-4DE5-8D15-771CC15D2409}"/>
              </a:ext>
            </a:extLst>
          </p:cNvPr>
          <p:cNvSpPr/>
          <p:nvPr/>
        </p:nvSpPr>
        <p:spPr>
          <a:xfrm>
            <a:off x="4636770" y="1267960"/>
            <a:ext cx="270000" cy="7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5D550A63-DB64-489B-BE97-9C4A964808E2}"/>
              </a:ext>
            </a:extLst>
          </p:cNvPr>
          <p:cNvSpPr/>
          <p:nvPr/>
        </p:nvSpPr>
        <p:spPr>
          <a:xfrm>
            <a:off x="4391025" y="1635796"/>
            <a:ext cx="1099616" cy="678128"/>
          </a:xfrm>
          <a:prstGeom prst="round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3D3A7039-1A4F-49E7-874A-956163738458}"/>
              </a:ext>
            </a:extLst>
          </p:cNvPr>
          <p:cNvSpPr/>
          <p:nvPr/>
        </p:nvSpPr>
        <p:spPr>
          <a:xfrm>
            <a:off x="4972050" y="2315072"/>
            <a:ext cx="1099616" cy="678128"/>
          </a:xfrm>
          <a:prstGeom prst="round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D9F290F7-CBAF-4108-AAB7-E99F668170B2}"/>
              </a:ext>
            </a:extLst>
          </p:cNvPr>
          <p:cNvSpPr txBox="1"/>
          <p:nvPr/>
        </p:nvSpPr>
        <p:spPr>
          <a:xfrm>
            <a:off x="4874895" y="876058"/>
            <a:ext cx="7821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区块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#1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363ECCAC-3935-4AEF-AF6E-0BD9D21B40DD}"/>
              </a:ext>
            </a:extLst>
          </p:cNvPr>
          <p:cNvSpPr txBox="1"/>
          <p:nvPr/>
        </p:nvSpPr>
        <p:spPr>
          <a:xfrm>
            <a:off x="5452325" y="1552296"/>
            <a:ext cx="7821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区块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#2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4F6639E4-821A-46A8-A5A3-1E12AE727EEA}"/>
              </a:ext>
            </a:extLst>
          </p:cNvPr>
          <p:cNvSpPr txBox="1"/>
          <p:nvPr/>
        </p:nvSpPr>
        <p:spPr>
          <a:xfrm>
            <a:off x="6045101" y="2210229"/>
            <a:ext cx="7821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区块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#3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4" name="箭头: 下 113">
            <a:extLst>
              <a:ext uri="{FF2B5EF4-FFF2-40B4-BE49-F238E27FC236}">
                <a16:creationId xmlns:a16="http://schemas.microsoft.com/office/drawing/2014/main" id="{E74B0487-123D-4B58-A27A-294712517383}"/>
              </a:ext>
            </a:extLst>
          </p:cNvPr>
          <p:cNvSpPr/>
          <p:nvPr/>
        </p:nvSpPr>
        <p:spPr>
          <a:xfrm rot="16200000">
            <a:off x="3206974" y="1699613"/>
            <a:ext cx="174834" cy="788087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4B21B4C7-D426-4E85-BA60-8EE7DC24B53B}"/>
              </a:ext>
            </a:extLst>
          </p:cNvPr>
          <p:cNvSpPr/>
          <p:nvPr/>
        </p:nvSpPr>
        <p:spPr>
          <a:xfrm>
            <a:off x="3717009" y="892857"/>
            <a:ext cx="2887626" cy="2411202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87DFC310-1EDF-42DF-A4A6-AE511B31643B}"/>
              </a:ext>
            </a:extLst>
          </p:cNvPr>
          <p:cNvSpPr txBox="1"/>
          <p:nvPr/>
        </p:nvSpPr>
        <p:spPr>
          <a:xfrm>
            <a:off x="4625771" y="1152176"/>
            <a:ext cx="12476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等待时延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7542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矩形 174">
            <a:extLst>
              <a:ext uri="{FF2B5EF4-FFF2-40B4-BE49-F238E27FC236}">
                <a16:creationId xmlns:a16="http://schemas.microsoft.com/office/drawing/2014/main" id="{C2BE7628-D46F-490F-80C5-D7E4D7638F78}"/>
              </a:ext>
            </a:extLst>
          </p:cNvPr>
          <p:cNvSpPr/>
          <p:nvPr/>
        </p:nvSpPr>
        <p:spPr>
          <a:xfrm>
            <a:off x="2768780" y="6430178"/>
            <a:ext cx="4059599" cy="1659915"/>
          </a:xfrm>
          <a:prstGeom prst="rect">
            <a:avLst/>
          </a:prstGeom>
          <a:solidFill>
            <a:srgbClr val="D1E6E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1A15D8-8280-45FF-8F7A-F92065EAA7AD}"/>
              </a:ext>
            </a:extLst>
          </p:cNvPr>
          <p:cNvSpPr/>
          <p:nvPr/>
        </p:nvSpPr>
        <p:spPr>
          <a:xfrm>
            <a:off x="45818" y="6431081"/>
            <a:ext cx="2677749" cy="1660175"/>
          </a:xfrm>
          <a:prstGeom prst="rect">
            <a:avLst/>
          </a:prstGeom>
          <a:solidFill>
            <a:srgbClr val="FCEBE0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57041665-588D-4DE5-ABA4-C5D0B1F0B7B4}"/>
              </a:ext>
            </a:extLst>
          </p:cNvPr>
          <p:cNvSpPr/>
          <p:nvPr/>
        </p:nvSpPr>
        <p:spPr>
          <a:xfrm>
            <a:off x="2768600" y="945098"/>
            <a:ext cx="4059599" cy="54493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A9D84A-2EF5-4C81-8B8E-90FE9B4A579A}"/>
              </a:ext>
            </a:extLst>
          </p:cNvPr>
          <p:cNvSpPr/>
          <p:nvPr/>
        </p:nvSpPr>
        <p:spPr>
          <a:xfrm>
            <a:off x="29800" y="945098"/>
            <a:ext cx="2686648" cy="5449352"/>
          </a:xfrm>
          <a:prstGeom prst="rect">
            <a:avLst/>
          </a:prstGeom>
          <a:solidFill>
            <a:srgbClr val="F7E1ED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DC7D05B-0DF0-4D19-96B7-8F0786207417}"/>
              </a:ext>
            </a:extLst>
          </p:cNvPr>
          <p:cNvSpPr/>
          <p:nvPr/>
        </p:nvSpPr>
        <p:spPr>
          <a:xfrm>
            <a:off x="2819896" y="2622154"/>
            <a:ext cx="560772" cy="22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en-US" altLang="zh-CN" sz="1100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1100" dirty="0">
              <a:solidFill>
                <a:schemeClr val="bg1">
                  <a:lumMod val="9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E5FA1DB-2241-4349-9A1B-C7721D69FD1D}"/>
              </a:ext>
            </a:extLst>
          </p:cNvPr>
          <p:cNvSpPr/>
          <p:nvPr/>
        </p:nvSpPr>
        <p:spPr>
          <a:xfrm>
            <a:off x="3492361" y="2624059"/>
            <a:ext cx="560772" cy="22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B9F5215-E2F3-4716-AD89-FE31BEC55D26}"/>
              </a:ext>
            </a:extLst>
          </p:cNvPr>
          <p:cNvSpPr/>
          <p:nvPr/>
        </p:nvSpPr>
        <p:spPr>
          <a:xfrm>
            <a:off x="4147681" y="2625964"/>
            <a:ext cx="560772" cy="22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52AA3D99-CA30-49F2-89F3-2C83BCB382A7}"/>
                  </a:ext>
                </a:extLst>
              </p:cNvPr>
              <p:cNvSpPr/>
              <p:nvPr/>
            </p:nvSpPr>
            <p:spPr>
              <a:xfrm>
                <a:off x="3248521" y="1700133"/>
                <a:ext cx="462962" cy="30157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52AA3D99-CA30-49F2-89F3-2C83BCB382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8521" y="1700133"/>
                <a:ext cx="462962" cy="30157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65C8336E-57C0-4270-8FB0-9276391FE6F2}"/>
                  </a:ext>
                </a:extLst>
              </p:cNvPr>
              <p:cNvSpPr/>
              <p:nvPr/>
            </p:nvSpPr>
            <p:spPr>
              <a:xfrm>
                <a:off x="2877046" y="2163049"/>
                <a:ext cx="462962" cy="30157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65C8336E-57C0-4270-8FB0-9276391FE6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7046" y="2163049"/>
                <a:ext cx="462962" cy="30157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0EF5FADB-4605-470E-8952-C12DE9FC5E05}"/>
                  </a:ext>
                </a:extLst>
              </p:cNvPr>
              <p:cNvSpPr/>
              <p:nvPr/>
            </p:nvSpPr>
            <p:spPr>
              <a:xfrm>
                <a:off x="3549511" y="2155429"/>
                <a:ext cx="462962" cy="301578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0EF5FADB-4605-470E-8952-C12DE9FC5E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511" y="2155429"/>
                <a:ext cx="462962" cy="30157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27BAEAD7-20B1-440F-AB3C-5DD16128AD11}"/>
                  </a:ext>
                </a:extLst>
              </p:cNvPr>
              <p:cNvSpPr/>
              <p:nvPr/>
            </p:nvSpPr>
            <p:spPr>
              <a:xfrm>
                <a:off x="4204831" y="2152570"/>
                <a:ext cx="462962" cy="301578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27BAEAD7-20B1-440F-AB3C-5DD16128AD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4831" y="2152570"/>
                <a:ext cx="462962" cy="30157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21DD7126-D488-44A7-8B82-A30876EBEDB9}"/>
                  </a:ext>
                </a:extLst>
              </p:cNvPr>
              <p:cNvSpPr/>
              <p:nvPr/>
            </p:nvSpPr>
            <p:spPr>
              <a:xfrm>
                <a:off x="3480002" y="1260070"/>
                <a:ext cx="532471" cy="301578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1,2,3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21DD7126-D488-44A7-8B82-A30876EBED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002" y="1260070"/>
                <a:ext cx="532471" cy="30157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48EB9B2F-1900-4D18-BFF3-42CCF451774D}"/>
              </a:ext>
            </a:extLst>
          </p:cNvPr>
          <p:cNvCxnSpPr>
            <a:cxnSpLocks/>
            <a:stCxn id="2" idx="0"/>
            <a:endCxn id="19" idx="4"/>
          </p:cNvCxnSpPr>
          <p:nvPr/>
        </p:nvCxnSpPr>
        <p:spPr>
          <a:xfrm flipV="1">
            <a:off x="3100282" y="2464627"/>
            <a:ext cx="8245" cy="157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A0B40C03-A65D-42C5-855C-D37AB99128B0}"/>
              </a:ext>
            </a:extLst>
          </p:cNvPr>
          <p:cNvCxnSpPr>
            <a:cxnSpLocks/>
            <a:stCxn id="15" idx="0"/>
            <a:endCxn id="20" idx="4"/>
          </p:cNvCxnSpPr>
          <p:nvPr/>
        </p:nvCxnSpPr>
        <p:spPr>
          <a:xfrm flipV="1">
            <a:off x="3772747" y="2457007"/>
            <a:ext cx="8245" cy="167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E44A173A-6984-402E-9C91-D5A6345D971E}"/>
              </a:ext>
            </a:extLst>
          </p:cNvPr>
          <p:cNvCxnSpPr>
            <a:cxnSpLocks/>
            <a:stCxn id="16" idx="0"/>
            <a:endCxn id="21" idx="4"/>
          </p:cNvCxnSpPr>
          <p:nvPr/>
        </p:nvCxnSpPr>
        <p:spPr>
          <a:xfrm flipV="1">
            <a:off x="4428067" y="2454148"/>
            <a:ext cx="8245" cy="171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20A5FF47-E53B-4F4E-BF21-7D03FA1249E0}"/>
              </a:ext>
            </a:extLst>
          </p:cNvPr>
          <p:cNvCxnSpPr>
            <a:stCxn id="19" idx="0"/>
            <a:endCxn id="17" idx="4"/>
          </p:cNvCxnSpPr>
          <p:nvPr/>
        </p:nvCxnSpPr>
        <p:spPr>
          <a:xfrm flipV="1">
            <a:off x="3108527" y="2001711"/>
            <a:ext cx="371475" cy="161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3507E95A-D851-4C2D-9FEC-61CF2A0440E5}"/>
              </a:ext>
            </a:extLst>
          </p:cNvPr>
          <p:cNvCxnSpPr>
            <a:stCxn id="20" idx="0"/>
            <a:endCxn id="17" idx="4"/>
          </p:cNvCxnSpPr>
          <p:nvPr/>
        </p:nvCxnSpPr>
        <p:spPr>
          <a:xfrm flipH="1" flipV="1">
            <a:off x="3480002" y="2001711"/>
            <a:ext cx="300990" cy="153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C4D91131-BB71-4CE6-AF28-887DE821564F}"/>
              </a:ext>
            </a:extLst>
          </p:cNvPr>
          <p:cNvCxnSpPr>
            <a:cxnSpLocks/>
            <a:stCxn id="17" idx="0"/>
            <a:endCxn id="23" idx="4"/>
          </p:cNvCxnSpPr>
          <p:nvPr/>
        </p:nvCxnSpPr>
        <p:spPr>
          <a:xfrm flipV="1">
            <a:off x="3480002" y="1561648"/>
            <a:ext cx="266236" cy="138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5E2861C9-30FF-4DFA-9A17-BC64C70BD1D3}"/>
              </a:ext>
            </a:extLst>
          </p:cNvPr>
          <p:cNvCxnSpPr>
            <a:cxnSpLocks/>
            <a:stCxn id="21" idx="0"/>
            <a:endCxn id="23" idx="4"/>
          </p:cNvCxnSpPr>
          <p:nvPr/>
        </p:nvCxnSpPr>
        <p:spPr>
          <a:xfrm flipH="1" flipV="1">
            <a:off x="3746238" y="1561648"/>
            <a:ext cx="690074" cy="590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353BCDD9-9A36-4144-9969-1E656E359B68}"/>
              </a:ext>
            </a:extLst>
          </p:cNvPr>
          <p:cNvSpPr/>
          <p:nvPr/>
        </p:nvSpPr>
        <p:spPr>
          <a:xfrm>
            <a:off x="4934399" y="2610018"/>
            <a:ext cx="560772" cy="22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4C0975F-98F5-4CFC-A34F-C3D9EAD2E792}"/>
              </a:ext>
            </a:extLst>
          </p:cNvPr>
          <p:cNvSpPr/>
          <p:nvPr/>
        </p:nvSpPr>
        <p:spPr>
          <a:xfrm>
            <a:off x="5568764" y="2619543"/>
            <a:ext cx="560772" cy="22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en-US" altLang="zh-CN" sz="1100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sz="1100" dirty="0">
              <a:solidFill>
                <a:schemeClr val="bg1">
                  <a:lumMod val="9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403DDA9-703A-428A-8965-030983A0F358}"/>
              </a:ext>
            </a:extLst>
          </p:cNvPr>
          <p:cNvSpPr/>
          <p:nvPr/>
        </p:nvSpPr>
        <p:spPr>
          <a:xfrm>
            <a:off x="6224084" y="2613828"/>
            <a:ext cx="560772" cy="22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E5F39DD1-D97C-4A42-B01F-6C8B85481B94}"/>
                  </a:ext>
                </a:extLst>
              </p:cNvPr>
              <p:cNvSpPr/>
              <p:nvPr/>
            </p:nvSpPr>
            <p:spPr>
              <a:xfrm>
                <a:off x="5363024" y="1703237"/>
                <a:ext cx="462962" cy="30157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E5F39DD1-D97C-4A42-B01F-6C8B85481B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3024" y="1703237"/>
                <a:ext cx="462962" cy="30157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1DEBB562-F956-4423-B900-D09895738A3E}"/>
                  </a:ext>
                </a:extLst>
              </p:cNvPr>
              <p:cNvSpPr/>
              <p:nvPr/>
            </p:nvSpPr>
            <p:spPr>
              <a:xfrm>
                <a:off x="4991549" y="2158533"/>
                <a:ext cx="462962" cy="301578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1DEBB562-F956-4423-B900-D09895738A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549" y="2158533"/>
                <a:ext cx="462962" cy="30157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7A19E6A4-1F96-4FD0-A3F9-A9A3DB79955A}"/>
                  </a:ext>
                </a:extLst>
              </p:cNvPr>
              <p:cNvSpPr/>
              <p:nvPr/>
            </p:nvSpPr>
            <p:spPr>
              <a:xfrm>
                <a:off x="5625914" y="2158533"/>
                <a:ext cx="462962" cy="30157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7A19E6A4-1F96-4FD0-A3F9-A9A3DB7995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914" y="2158533"/>
                <a:ext cx="462962" cy="301578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56929F15-C353-4387-8804-98A61BB0AAA5}"/>
                  </a:ext>
                </a:extLst>
              </p:cNvPr>
              <p:cNvSpPr/>
              <p:nvPr/>
            </p:nvSpPr>
            <p:spPr>
              <a:xfrm>
                <a:off x="6281234" y="2148054"/>
                <a:ext cx="462962" cy="301578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56929F15-C353-4387-8804-98A61BB0AA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1234" y="2148054"/>
                <a:ext cx="462962" cy="301578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72F88610-E251-4BF4-8507-F4B34BB3DF51}"/>
                  </a:ext>
                </a:extLst>
              </p:cNvPr>
              <p:cNvSpPr/>
              <p:nvPr/>
            </p:nvSpPr>
            <p:spPr>
              <a:xfrm>
                <a:off x="5556405" y="1263174"/>
                <a:ext cx="532471" cy="301578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1,2,3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72F88610-E251-4BF4-8507-F4B34BB3DF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6405" y="1263174"/>
                <a:ext cx="532471" cy="301578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AA22FAF7-DEF8-4CFF-AB4C-1E0337ABCCE6}"/>
              </a:ext>
            </a:extLst>
          </p:cNvPr>
          <p:cNvCxnSpPr>
            <a:cxnSpLocks/>
            <a:stCxn id="40" idx="0"/>
            <a:endCxn id="44" idx="4"/>
          </p:cNvCxnSpPr>
          <p:nvPr/>
        </p:nvCxnSpPr>
        <p:spPr>
          <a:xfrm flipV="1">
            <a:off x="5214785" y="2460111"/>
            <a:ext cx="8245" cy="149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5EF656A8-30A8-485C-90AD-84DC722C4A7E}"/>
              </a:ext>
            </a:extLst>
          </p:cNvPr>
          <p:cNvCxnSpPr>
            <a:cxnSpLocks/>
            <a:stCxn id="41" idx="0"/>
            <a:endCxn id="45" idx="4"/>
          </p:cNvCxnSpPr>
          <p:nvPr/>
        </p:nvCxnSpPr>
        <p:spPr>
          <a:xfrm flipV="1">
            <a:off x="5849150" y="2460111"/>
            <a:ext cx="8245" cy="159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354E627C-31E9-4ACB-A9BF-670B42C4C79F}"/>
              </a:ext>
            </a:extLst>
          </p:cNvPr>
          <p:cNvCxnSpPr>
            <a:cxnSpLocks/>
          </p:cNvCxnSpPr>
          <p:nvPr/>
        </p:nvCxnSpPr>
        <p:spPr>
          <a:xfrm flipV="1">
            <a:off x="6508592" y="2445173"/>
            <a:ext cx="8245" cy="164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A955F78C-2684-4DA8-841D-182947F9E885}"/>
              </a:ext>
            </a:extLst>
          </p:cNvPr>
          <p:cNvCxnSpPr>
            <a:stCxn id="44" idx="0"/>
            <a:endCxn id="43" idx="4"/>
          </p:cNvCxnSpPr>
          <p:nvPr/>
        </p:nvCxnSpPr>
        <p:spPr>
          <a:xfrm flipV="1">
            <a:off x="5223030" y="2004815"/>
            <a:ext cx="371475" cy="153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C8735CD3-B31A-4825-B5E8-3FAB4D95BC24}"/>
              </a:ext>
            </a:extLst>
          </p:cNvPr>
          <p:cNvCxnSpPr>
            <a:stCxn id="45" idx="0"/>
            <a:endCxn id="43" idx="4"/>
          </p:cNvCxnSpPr>
          <p:nvPr/>
        </p:nvCxnSpPr>
        <p:spPr>
          <a:xfrm flipH="1" flipV="1">
            <a:off x="5594505" y="2004815"/>
            <a:ext cx="262890" cy="153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F4C647A3-C9CD-48BA-9F7D-1483F5FFE79D}"/>
              </a:ext>
            </a:extLst>
          </p:cNvPr>
          <p:cNvCxnSpPr>
            <a:cxnSpLocks/>
            <a:stCxn id="43" idx="0"/>
            <a:endCxn id="47" idx="4"/>
          </p:cNvCxnSpPr>
          <p:nvPr/>
        </p:nvCxnSpPr>
        <p:spPr>
          <a:xfrm flipV="1">
            <a:off x="5594505" y="1564752"/>
            <a:ext cx="228136" cy="138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F416CC1E-520E-46E7-B81C-212222B99F28}"/>
              </a:ext>
            </a:extLst>
          </p:cNvPr>
          <p:cNvCxnSpPr>
            <a:cxnSpLocks/>
            <a:stCxn id="46" idx="0"/>
            <a:endCxn id="47" idx="4"/>
          </p:cNvCxnSpPr>
          <p:nvPr/>
        </p:nvCxnSpPr>
        <p:spPr>
          <a:xfrm flipH="1" flipV="1">
            <a:off x="5822641" y="1564752"/>
            <a:ext cx="690074" cy="583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D934F11F-5362-473B-9870-72AE3D99A138}"/>
              </a:ext>
            </a:extLst>
          </p:cNvPr>
          <p:cNvSpPr txBox="1"/>
          <p:nvPr/>
        </p:nvSpPr>
        <p:spPr>
          <a:xfrm>
            <a:off x="2979690" y="2915742"/>
            <a:ext cx="16438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用户独立验证任务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  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需要请求的通信数据量</a:t>
            </a:r>
            <a:endParaRPr lang="en-US" altLang="zh-CN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F876CF9-CB12-4146-A743-77100E4E4F68}"/>
              </a:ext>
            </a:extLst>
          </p:cNvPr>
          <p:cNvSpPr/>
          <p:nvPr/>
        </p:nvSpPr>
        <p:spPr>
          <a:xfrm>
            <a:off x="3920546" y="5403654"/>
            <a:ext cx="560772" cy="22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en-US" altLang="zh-CN" sz="1100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1100" dirty="0">
              <a:solidFill>
                <a:schemeClr val="bg1">
                  <a:lumMod val="9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C98F0B5-7DF0-4123-8726-138179631ABF}"/>
              </a:ext>
            </a:extLst>
          </p:cNvPr>
          <p:cNvSpPr/>
          <p:nvPr/>
        </p:nvSpPr>
        <p:spPr>
          <a:xfrm>
            <a:off x="4623491" y="5413179"/>
            <a:ext cx="560772" cy="22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AA7DDAA-6FF7-4D6F-BF6A-6E622D3924F8}"/>
              </a:ext>
            </a:extLst>
          </p:cNvPr>
          <p:cNvSpPr/>
          <p:nvPr/>
        </p:nvSpPr>
        <p:spPr>
          <a:xfrm>
            <a:off x="5316911" y="5422704"/>
            <a:ext cx="560772" cy="22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1E413699-9767-4FA0-99BE-3AD5173D236A}"/>
                  </a:ext>
                </a:extLst>
              </p:cNvPr>
              <p:cNvSpPr/>
              <p:nvPr/>
            </p:nvSpPr>
            <p:spPr>
              <a:xfrm>
                <a:off x="4410131" y="4496873"/>
                <a:ext cx="462962" cy="30157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1E413699-9767-4FA0-99BE-3AD5173D23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131" y="4496873"/>
                <a:ext cx="462962" cy="30157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4EACAB5D-CF25-4785-A9F7-A02CC1A120CD}"/>
                  </a:ext>
                </a:extLst>
              </p:cNvPr>
              <p:cNvSpPr/>
              <p:nvPr/>
            </p:nvSpPr>
            <p:spPr>
              <a:xfrm>
                <a:off x="3977696" y="4952169"/>
                <a:ext cx="462962" cy="30157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4EACAB5D-CF25-4785-A9F7-A02CC1A120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7696" y="4952169"/>
                <a:ext cx="462962" cy="301578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35ADA68B-56B5-4913-BBB8-3D50C9155B72}"/>
                  </a:ext>
                </a:extLst>
              </p:cNvPr>
              <p:cNvSpPr/>
              <p:nvPr/>
            </p:nvSpPr>
            <p:spPr>
              <a:xfrm>
                <a:off x="4680641" y="4952169"/>
                <a:ext cx="462962" cy="30157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35ADA68B-56B5-4913-BBB8-3D50C9155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641" y="4952169"/>
                <a:ext cx="462962" cy="30157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F24366C9-10E8-4DF2-955E-9BFBBD0EFA67}"/>
                  </a:ext>
                </a:extLst>
              </p:cNvPr>
              <p:cNvSpPr/>
              <p:nvPr/>
            </p:nvSpPr>
            <p:spPr>
              <a:xfrm>
                <a:off x="5374061" y="4956930"/>
                <a:ext cx="462962" cy="301578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F24366C9-10E8-4DF2-955E-9BFBBD0EFA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4061" y="4956930"/>
                <a:ext cx="462962" cy="30157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A0B6EE82-6539-47B3-8B7C-A47F215EB691}"/>
                  </a:ext>
                </a:extLst>
              </p:cNvPr>
              <p:cNvSpPr/>
              <p:nvPr/>
            </p:nvSpPr>
            <p:spPr>
              <a:xfrm>
                <a:off x="4582831" y="4056810"/>
                <a:ext cx="560772" cy="301578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endParaRPr lang="en-US" altLang="zh-CN" sz="9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1,2,3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A0B6EE82-6539-47B3-8B7C-A47F215EB6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2831" y="4056810"/>
                <a:ext cx="560772" cy="301578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A7FF79AF-EA27-4F42-AB28-81F57C67E3AB}"/>
              </a:ext>
            </a:extLst>
          </p:cNvPr>
          <p:cNvCxnSpPr>
            <a:stCxn id="57" idx="0"/>
            <a:endCxn id="61" idx="4"/>
          </p:cNvCxnSpPr>
          <p:nvPr/>
        </p:nvCxnSpPr>
        <p:spPr>
          <a:xfrm flipV="1">
            <a:off x="4200932" y="5253747"/>
            <a:ext cx="8245" cy="149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BA901929-EF25-476D-B1DB-5D964057347F}"/>
              </a:ext>
            </a:extLst>
          </p:cNvPr>
          <p:cNvCxnSpPr>
            <a:stCxn id="58" idx="0"/>
            <a:endCxn id="62" idx="4"/>
          </p:cNvCxnSpPr>
          <p:nvPr/>
        </p:nvCxnSpPr>
        <p:spPr>
          <a:xfrm flipV="1">
            <a:off x="4903877" y="5253747"/>
            <a:ext cx="8245" cy="159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E86158CA-D3FC-46AB-8F30-C1E798045137}"/>
              </a:ext>
            </a:extLst>
          </p:cNvPr>
          <p:cNvCxnSpPr>
            <a:stCxn id="59" idx="0"/>
            <a:endCxn id="63" idx="4"/>
          </p:cNvCxnSpPr>
          <p:nvPr/>
        </p:nvCxnSpPr>
        <p:spPr>
          <a:xfrm flipV="1">
            <a:off x="5597297" y="5258508"/>
            <a:ext cx="8245" cy="164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586B194C-622A-4FF5-A10B-629A69CE5438}"/>
              </a:ext>
            </a:extLst>
          </p:cNvPr>
          <p:cNvCxnSpPr>
            <a:stCxn id="61" idx="0"/>
            <a:endCxn id="60" idx="4"/>
          </p:cNvCxnSpPr>
          <p:nvPr/>
        </p:nvCxnSpPr>
        <p:spPr>
          <a:xfrm flipV="1">
            <a:off x="4209177" y="4798451"/>
            <a:ext cx="432435" cy="153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713FE3F0-8AF6-4A76-A683-D1ADC526A468}"/>
              </a:ext>
            </a:extLst>
          </p:cNvPr>
          <p:cNvCxnSpPr>
            <a:cxnSpLocks/>
            <a:stCxn id="62" idx="0"/>
            <a:endCxn id="60" idx="4"/>
          </p:cNvCxnSpPr>
          <p:nvPr/>
        </p:nvCxnSpPr>
        <p:spPr>
          <a:xfrm flipH="1" flipV="1">
            <a:off x="4641612" y="4798451"/>
            <a:ext cx="270510" cy="153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AE90B5BE-34AF-483C-A46C-A5384DE06964}"/>
              </a:ext>
            </a:extLst>
          </p:cNvPr>
          <p:cNvCxnSpPr>
            <a:cxnSpLocks/>
            <a:stCxn id="60" idx="0"/>
            <a:endCxn id="64" idx="4"/>
          </p:cNvCxnSpPr>
          <p:nvPr/>
        </p:nvCxnSpPr>
        <p:spPr>
          <a:xfrm flipV="1">
            <a:off x="4641612" y="4358388"/>
            <a:ext cx="221605" cy="138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1CB78531-F715-4495-8FE6-B9F1476A1F05}"/>
              </a:ext>
            </a:extLst>
          </p:cNvPr>
          <p:cNvCxnSpPr>
            <a:cxnSpLocks/>
            <a:stCxn id="63" idx="0"/>
            <a:endCxn id="64" idx="4"/>
          </p:cNvCxnSpPr>
          <p:nvPr/>
        </p:nvCxnSpPr>
        <p:spPr>
          <a:xfrm flipH="1" flipV="1">
            <a:off x="4863217" y="4358388"/>
            <a:ext cx="742325" cy="598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15FF0143-A145-49E6-BF5A-C47FB503DDC8}"/>
              </a:ext>
            </a:extLst>
          </p:cNvPr>
          <p:cNvSpPr txBox="1"/>
          <p:nvPr/>
        </p:nvSpPr>
        <p:spPr>
          <a:xfrm>
            <a:off x="5059573" y="2923136"/>
            <a:ext cx="16446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用户独立验证任务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2  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需要请求的通信数据量</a:t>
            </a:r>
            <a:endParaRPr lang="en-US" altLang="zh-CN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FE87322E-8614-4007-9769-283E91B0E5C5}"/>
              </a:ext>
            </a:extLst>
          </p:cNvPr>
          <p:cNvSpPr txBox="1"/>
          <p:nvPr/>
        </p:nvSpPr>
        <p:spPr>
          <a:xfrm>
            <a:off x="4147681" y="5715830"/>
            <a:ext cx="147823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用户验证任务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2 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需要请求的通信数据量</a:t>
            </a:r>
            <a:endParaRPr lang="en-US" altLang="zh-CN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DBEE6369-D8DB-450A-B8DC-6AF0FCB61FF2}"/>
              </a:ext>
            </a:extLst>
          </p:cNvPr>
          <p:cNvSpPr/>
          <p:nvPr/>
        </p:nvSpPr>
        <p:spPr>
          <a:xfrm>
            <a:off x="285815" y="1138469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7B3B1CB5-8E5C-46A4-86CF-6034363AB7AB}"/>
              </a:ext>
            </a:extLst>
          </p:cNvPr>
          <p:cNvSpPr/>
          <p:nvPr/>
        </p:nvSpPr>
        <p:spPr>
          <a:xfrm>
            <a:off x="468695" y="1367069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D696025B-38E4-4CB7-9915-5C4A3FEB06F9}"/>
              </a:ext>
            </a:extLst>
          </p:cNvPr>
          <p:cNvSpPr/>
          <p:nvPr/>
        </p:nvSpPr>
        <p:spPr>
          <a:xfrm>
            <a:off x="666815" y="1595669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FF3AE0EB-7B38-4869-B466-799981FC7B5D}"/>
              </a:ext>
            </a:extLst>
          </p:cNvPr>
          <p:cNvSpPr/>
          <p:nvPr/>
        </p:nvSpPr>
        <p:spPr>
          <a:xfrm>
            <a:off x="857315" y="1814744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DFA8ACAB-6443-4DDC-955B-EE383AE1DF0B}"/>
              </a:ext>
            </a:extLst>
          </p:cNvPr>
          <p:cNvSpPr/>
          <p:nvPr/>
        </p:nvSpPr>
        <p:spPr>
          <a:xfrm>
            <a:off x="1055435" y="2043344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62FDB8F0-16B3-4F72-95CC-4C12482DFE90}"/>
              </a:ext>
            </a:extLst>
          </p:cNvPr>
          <p:cNvSpPr/>
          <p:nvPr/>
        </p:nvSpPr>
        <p:spPr>
          <a:xfrm>
            <a:off x="1238315" y="2262419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852DFDDD-A599-4AB7-9ED4-617119E00A15}"/>
              </a:ext>
            </a:extLst>
          </p:cNvPr>
          <p:cNvSpPr/>
          <p:nvPr/>
        </p:nvSpPr>
        <p:spPr>
          <a:xfrm>
            <a:off x="1436435" y="2491019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ABF5D154-1F5F-4760-9D97-30B871D9708D}"/>
              </a:ext>
            </a:extLst>
          </p:cNvPr>
          <p:cNvSpPr/>
          <p:nvPr/>
        </p:nvSpPr>
        <p:spPr>
          <a:xfrm>
            <a:off x="1626935" y="2719619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E9DAF3D4-57B5-4A3D-80E5-0E852DA387A7}"/>
              </a:ext>
            </a:extLst>
          </p:cNvPr>
          <p:cNvSpPr/>
          <p:nvPr/>
        </p:nvSpPr>
        <p:spPr>
          <a:xfrm>
            <a:off x="1817435" y="2948219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4DE8D6B4-410E-45F6-9328-8F27A91ED942}"/>
              </a:ext>
            </a:extLst>
          </p:cNvPr>
          <p:cNvSpPr/>
          <p:nvPr/>
        </p:nvSpPr>
        <p:spPr>
          <a:xfrm>
            <a:off x="91505" y="1127710"/>
            <a:ext cx="2143884" cy="1575379"/>
          </a:xfrm>
          <a:prstGeom prst="roundRect">
            <a:avLst/>
          </a:prstGeom>
          <a:solidFill>
            <a:srgbClr val="FDE5DB">
              <a:alpha val="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96CC64A4-23AB-4701-B41D-00C3BE010083}"/>
              </a:ext>
            </a:extLst>
          </p:cNvPr>
          <p:cNvSpPr/>
          <p:nvPr/>
        </p:nvSpPr>
        <p:spPr>
          <a:xfrm>
            <a:off x="319673" y="4193135"/>
            <a:ext cx="1099616" cy="678128"/>
          </a:xfrm>
          <a:prstGeom prst="round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62CACABE-D790-4207-B6A1-6E0812A91DDE}"/>
              </a:ext>
            </a:extLst>
          </p:cNvPr>
          <p:cNvSpPr txBox="1"/>
          <p:nvPr/>
        </p:nvSpPr>
        <p:spPr>
          <a:xfrm>
            <a:off x="2160335" y="3095023"/>
            <a:ext cx="577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A2751328-6406-4789-A1E4-BD458E793772}"/>
              </a:ext>
            </a:extLst>
          </p:cNvPr>
          <p:cNvSpPr txBox="1"/>
          <p:nvPr/>
        </p:nvSpPr>
        <p:spPr>
          <a:xfrm>
            <a:off x="1731043" y="902093"/>
            <a:ext cx="7821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区块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#1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61C385C2-2617-4EA0-A351-12E4D5FD3EB7}"/>
              </a:ext>
            </a:extLst>
          </p:cNvPr>
          <p:cNvSpPr txBox="1"/>
          <p:nvPr/>
        </p:nvSpPr>
        <p:spPr>
          <a:xfrm>
            <a:off x="119015" y="2789575"/>
            <a:ext cx="149572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区块参数：</a:t>
            </a:r>
            <a:endParaRPr lang="en-US" altLang="zh-CN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区块大小为每个区块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个任务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DB9B942-42B1-4D6D-A513-826980964F96}"/>
              </a:ext>
            </a:extLst>
          </p:cNvPr>
          <p:cNvSpPr txBox="1"/>
          <p:nvPr/>
        </p:nvSpPr>
        <p:spPr>
          <a:xfrm>
            <a:off x="60593" y="5599785"/>
            <a:ext cx="146347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区块参数：</a:t>
            </a:r>
            <a:endParaRPr lang="en-US" altLang="zh-CN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区块大小为每个区块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个任务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02FC2AA8-A563-40D7-BA35-987BCF80A4D5}"/>
              </a:ext>
            </a:extLst>
          </p:cNvPr>
          <p:cNvSpPr/>
          <p:nvPr/>
        </p:nvSpPr>
        <p:spPr>
          <a:xfrm>
            <a:off x="1013524" y="1454580"/>
            <a:ext cx="1224000" cy="7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DBB2344C-1F4E-44F5-93A9-3560718D148B}"/>
              </a:ext>
            </a:extLst>
          </p:cNvPr>
          <p:cNvSpPr txBox="1"/>
          <p:nvPr/>
        </p:nvSpPr>
        <p:spPr>
          <a:xfrm>
            <a:off x="933416" y="1202894"/>
            <a:ext cx="12476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等待时延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6EA4AAC7-B398-4A7D-9553-36E676121BB1}"/>
              </a:ext>
            </a:extLst>
          </p:cNvPr>
          <p:cNvSpPr txBox="1"/>
          <p:nvPr/>
        </p:nvSpPr>
        <p:spPr>
          <a:xfrm>
            <a:off x="1144901" y="3431176"/>
            <a:ext cx="1493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（系统内部）</a:t>
            </a:r>
            <a:endParaRPr lang="en-US" altLang="zh-CN" sz="1200" b="1" dirty="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2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区块参数调整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27C29D55-FD3E-4C9C-8A24-341E48C7DF70}"/>
              </a:ext>
            </a:extLst>
          </p:cNvPr>
          <p:cNvSpPr/>
          <p:nvPr/>
        </p:nvSpPr>
        <p:spPr>
          <a:xfrm>
            <a:off x="418733" y="4185463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D6800566-43BF-44F8-9A36-2A22EDB3A354}"/>
              </a:ext>
            </a:extLst>
          </p:cNvPr>
          <p:cNvSpPr/>
          <p:nvPr/>
        </p:nvSpPr>
        <p:spPr>
          <a:xfrm>
            <a:off x="601613" y="4414063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2120ADA8-CFCE-4437-B974-606A04FD8B7C}"/>
              </a:ext>
            </a:extLst>
          </p:cNvPr>
          <p:cNvSpPr/>
          <p:nvPr/>
        </p:nvSpPr>
        <p:spPr>
          <a:xfrm>
            <a:off x="799733" y="4642663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E7E07908-8B4B-446C-A44E-4A45557F1CFB}"/>
              </a:ext>
            </a:extLst>
          </p:cNvPr>
          <p:cNvSpPr/>
          <p:nvPr/>
        </p:nvSpPr>
        <p:spPr>
          <a:xfrm>
            <a:off x="990233" y="4861738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C4B288EE-7B24-4C09-87FF-E10B9077AC62}"/>
              </a:ext>
            </a:extLst>
          </p:cNvPr>
          <p:cNvSpPr/>
          <p:nvPr/>
        </p:nvSpPr>
        <p:spPr>
          <a:xfrm>
            <a:off x="1188353" y="5090338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888B594B-8A5D-46B6-97BF-E90A2CE3712A}"/>
              </a:ext>
            </a:extLst>
          </p:cNvPr>
          <p:cNvSpPr/>
          <p:nvPr/>
        </p:nvSpPr>
        <p:spPr>
          <a:xfrm>
            <a:off x="1371233" y="5309413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0F2C4682-BD3D-4133-9018-BD291297101B}"/>
              </a:ext>
            </a:extLst>
          </p:cNvPr>
          <p:cNvSpPr/>
          <p:nvPr/>
        </p:nvSpPr>
        <p:spPr>
          <a:xfrm>
            <a:off x="1569353" y="5538013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14B06C2D-F75B-43A7-A408-20E38C484A9A}"/>
              </a:ext>
            </a:extLst>
          </p:cNvPr>
          <p:cNvSpPr/>
          <p:nvPr/>
        </p:nvSpPr>
        <p:spPr>
          <a:xfrm>
            <a:off x="1759853" y="5766613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CD30BD6D-4080-4507-9DB6-31F4DC70529E}"/>
              </a:ext>
            </a:extLst>
          </p:cNvPr>
          <p:cNvSpPr/>
          <p:nvPr/>
        </p:nvSpPr>
        <p:spPr>
          <a:xfrm>
            <a:off x="1950353" y="5995213"/>
            <a:ext cx="533831" cy="217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18DF5725-263C-4D21-8200-5EFBA005BC13}"/>
              </a:ext>
            </a:extLst>
          </p:cNvPr>
          <p:cNvSpPr txBox="1"/>
          <p:nvPr/>
        </p:nvSpPr>
        <p:spPr>
          <a:xfrm>
            <a:off x="2293253" y="6142017"/>
            <a:ext cx="577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32F771B0-3885-4DE5-8D15-771CC15D2409}"/>
              </a:ext>
            </a:extLst>
          </p:cNvPr>
          <p:cNvSpPr/>
          <p:nvPr/>
        </p:nvSpPr>
        <p:spPr>
          <a:xfrm>
            <a:off x="1146443" y="4492049"/>
            <a:ext cx="270000" cy="7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5D550A63-DB64-489B-BE97-9C4A964808E2}"/>
              </a:ext>
            </a:extLst>
          </p:cNvPr>
          <p:cNvSpPr/>
          <p:nvPr/>
        </p:nvSpPr>
        <p:spPr>
          <a:xfrm>
            <a:off x="893078" y="4859885"/>
            <a:ext cx="1099616" cy="678128"/>
          </a:xfrm>
          <a:prstGeom prst="round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3D3A7039-1A4F-49E7-874A-956163738458}"/>
              </a:ext>
            </a:extLst>
          </p:cNvPr>
          <p:cNvSpPr/>
          <p:nvPr/>
        </p:nvSpPr>
        <p:spPr>
          <a:xfrm>
            <a:off x="1466483" y="5539161"/>
            <a:ext cx="1099616" cy="678128"/>
          </a:xfrm>
          <a:prstGeom prst="round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D9F290F7-CBAF-4108-AAB7-E99F668170B2}"/>
              </a:ext>
            </a:extLst>
          </p:cNvPr>
          <p:cNvSpPr txBox="1"/>
          <p:nvPr/>
        </p:nvSpPr>
        <p:spPr>
          <a:xfrm>
            <a:off x="940125" y="3954650"/>
            <a:ext cx="7821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区块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#1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363ECCAC-3935-4AEF-AF6E-0BD9D21B40DD}"/>
              </a:ext>
            </a:extLst>
          </p:cNvPr>
          <p:cNvSpPr txBox="1"/>
          <p:nvPr/>
        </p:nvSpPr>
        <p:spPr>
          <a:xfrm>
            <a:off x="1529831" y="4615354"/>
            <a:ext cx="7821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区块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#2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4" name="箭头: 下 113">
            <a:extLst>
              <a:ext uri="{FF2B5EF4-FFF2-40B4-BE49-F238E27FC236}">
                <a16:creationId xmlns:a16="http://schemas.microsoft.com/office/drawing/2014/main" id="{E74B0487-123D-4B58-A27A-294712517383}"/>
              </a:ext>
            </a:extLst>
          </p:cNvPr>
          <p:cNvSpPr/>
          <p:nvPr/>
        </p:nvSpPr>
        <p:spPr>
          <a:xfrm>
            <a:off x="1043787" y="3508481"/>
            <a:ext cx="239321" cy="390293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87DFC310-1EDF-42DF-A4A6-AE511B31643B}"/>
              </a:ext>
            </a:extLst>
          </p:cNvPr>
          <p:cNvSpPr txBox="1"/>
          <p:nvPr/>
        </p:nvSpPr>
        <p:spPr>
          <a:xfrm>
            <a:off x="1135444" y="4376265"/>
            <a:ext cx="12476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等待时延</a:t>
            </a: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BCC60C8A-2093-4323-B142-869728779F06}"/>
              </a:ext>
            </a:extLst>
          </p:cNvPr>
          <p:cNvSpPr txBox="1"/>
          <p:nvPr/>
        </p:nvSpPr>
        <p:spPr>
          <a:xfrm>
            <a:off x="2077618" y="5274290"/>
            <a:ext cx="7821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区块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#3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5C11F3CA-A67B-4B04-87C9-6CDE27972601}"/>
              </a:ext>
            </a:extLst>
          </p:cNvPr>
          <p:cNvSpPr txBox="1"/>
          <p:nvPr/>
        </p:nvSpPr>
        <p:spPr>
          <a:xfrm>
            <a:off x="4777007" y="3430858"/>
            <a:ext cx="13304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（系统外部）</a:t>
            </a:r>
            <a:endParaRPr lang="en-US" altLang="zh-CN" sz="1200" b="1" dirty="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2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任务聚合</a:t>
            </a:r>
          </a:p>
        </p:txBody>
      </p:sp>
      <p:sp>
        <p:nvSpPr>
          <p:cNvPr id="119" name="箭头: 下 118">
            <a:extLst>
              <a:ext uri="{FF2B5EF4-FFF2-40B4-BE49-F238E27FC236}">
                <a16:creationId xmlns:a16="http://schemas.microsoft.com/office/drawing/2014/main" id="{33639CB2-79FC-4E39-A1C1-C3EFE4BFEEBB}"/>
              </a:ext>
            </a:extLst>
          </p:cNvPr>
          <p:cNvSpPr/>
          <p:nvPr/>
        </p:nvSpPr>
        <p:spPr>
          <a:xfrm>
            <a:off x="4713993" y="3492923"/>
            <a:ext cx="239321" cy="390293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9E30D6C1-CDA7-4559-B567-7F1ED07B14B1}"/>
              </a:ext>
            </a:extLst>
          </p:cNvPr>
          <p:cNvSpPr txBox="1"/>
          <p:nvPr/>
        </p:nvSpPr>
        <p:spPr>
          <a:xfrm>
            <a:off x="4463773" y="2850413"/>
            <a:ext cx="577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D5AFBC8A-2F30-4081-89D1-AE8C60A753B1}"/>
              </a:ext>
            </a:extLst>
          </p:cNvPr>
          <p:cNvSpPr txBox="1"/>
          <p:nvPr/>
        </p:nvSpPr>
        <p:spPr>
          <a:xfrm>
            <a:off x="6491474" y="2861921"/>
            <a:ext cx="336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7BA0C72F-E5B4-4191-8513-A98BE0C7F36D}"/>
              </a:ext>
            </a:extLst>
          </p:cNvPr>
          <p:cNvSpPr txBox="1"/>
          <p:nvPr/>
        </p:nvSpPr>
        <p:spPr>
          <a:xfrm>
            <a:off x="5625914" y="5630455"/>
            <a:ext cx="336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2" name="图形 31">
            <a:extLst>
              <a:ext uri="{FF2B5EF4-FFF2-40B4-BE49-F238E27FC236}">
                <a16:creationId xmlns:a16="http://schemas.microsoft.com/office/drawing/2014/main" id="{3AE3B5E6-1138-42EA-A23C-B8C334010AE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503316" y="6458969"/>
            <a:ext cx="185356" cy="185356"/>
          </a:xfrm>
          <a:prstGeom prst="rect">
            <a:avLst/>
          </a:prstGeom>
        </p:spPr>
      </p:pic>
      <p:pic>
        <p:nvPicPr>
          <p:cNvPr id="176" name="图形 175">
            <a:extLst>
              <a:ext uri="{FF2B5EF4-FFF2-40B4-BE49-F238E27FC236}">
                <a16:creationId xmlns:a16="http://schemas.microsoft.com/office/drawing/2014/main" id="{9F4A75C1-6EE6-492E-A7D2-C79CBE31CDD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597676" y="6465319"/>
            <a:ext cx="185356" cy="18535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875B24D-E780-4940-82C1-47EF50841D1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818" y="6510654"/>
            <a:ext cx="2886796" cy="153256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91956FA-673F-4AC0-86A9-6CE530A61DFE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85466" y="6463379"/>
            <a:ext cx="4219521" cy="16630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22769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4364A5-23BE-443D-B597-E228AD5B47C6}"/>
              </a:ext>
            </a:extLst>
          </p:cNvPr>
          <p:cNvSpPr txBox="1"/>
          <p:nvPr/>
        </p:nvSpPr>
        <p:spPr>
          <a:xfrm>
            <a:off x="774783" y="4288315"/>
            <a:ext cx="12476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等待时延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48AC3C-DE47-4420-99B1-C5638C63C3F1}"/>
              </a:ext>
            </a:extLst>
          </p:cNvPr>
          <p:cNvSpPr txBox="1"/>
          <p:nvPr/>
        </p:nvSpPr>
        <p:spPr>
          <a:xfrm>
            <a:off x="776871" y="4716287"/>
            <a:ext cx="12476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其他时延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7CE838-05E4-494B-AC2F-BF696FE554B4}"/>
              </a:ext>
            </a:extLst>
          </p:cNvPr>
          <p:cNvSpPr/>
          <p:nvPr/>
        </p:nvSpPr>
        <p:spPr>
          <a:xfrm rot="5400000">
            <a:off x="2283488" y="4472828"/>
            <a:ext cx="216000" cy="720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FB09CE-EC7D-4F30-9329-36AC2C3502DE}"/>
              </a:ext>
            </a:extLst>
          </p:cNvPr>
          <p:cNvSpPr/>
          <p:nvPr/>
        </p:nvSpPr>
        <p:spPr>
          <a:xfrm rot="5400000">
            <a:off x="2177576" y="4799569"/>
            <a:ext cx="432000" cy="7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7082C8-2023-469F-A465-25A83D194426}"/>
              </a:ext>
            </a:extLst>
          </p:cNvPr>
          <p:cNvSpPr txBox="1"/>
          <p:nvPr/>
        </p:nvSpPr>
        <p:spPr>
          <a:xfrm>
            <a:off x="2249468" y="4354036"/>
            <a:ext cx="12476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等待时延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4A122B9-D012-441D-90F4-C8F9BA480627}"/>
              </a:ext>
            </a:extLst>
          </p:cNvPr>
          <p:cNvSpPr txBox="1"/>
          <p:nvPr/>
        </p:nvSpPr>
        <p:spPr>
          <a:xfrm>
            <a:off x="2257429" y="4699131"/>
            <a:ext cx="12476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其他时延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1E20BE-5351-4F7F-BCAE-0B54A898E03B}"/>
              </a:ext>
            </a:extLst>
          </p:cNvPr>
          <p:cNvSpPr/>
          <p:nvPr/>
        </p:nvSpPr>
        <p:spPr>
          <a:xfrm rot="5400000">
            <a:off x="667019" y="4334778"/>
            <a:ext cx="504000" cy="720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A816670-8C80-410C-A154-B77FCB057939}"/>
              </a:ext>
            </a:extLst>
          </p:cNvPr>
          <p:cNvSpPr/>
          <p:nvPr/>
        </p:nvSpPr>
        <p:spPr>
          <a:xfrm rot="5400000">
            <a:off x="705107" y="4798518"/>
            <a:ext cx="432000" cy="7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BE95B6C5-D031-429E-BBB0-7768C9F7CD69}"/>
              </a:ext>
            </a:extLst>
          </p:cNvPr>
          <p:cNvSpPr/>
          <p:nvPr/>
        </p:nvSpPr>
        <p:spPr>
          <a:xfrm rot="16200000">
            <a:off x="8404217" y="6270804"/>
            <a:ext cx="104950" cy="972000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左大括号 10">
            <a:extLst>
              <a:ext uri="{FF2B5EF4-FFF2-40B4-BE49-F238E27FC236}">
                <a16:creationId xmlns:a16="http://schemas.microsoft.com/office/drawing/2014/main" id="{4710AC29-0C67-441E-A4A8-136785A0E5C6}"/>
              </a:ext>
            </a:extLst>
          </p:cNvPr>
          <p:cNvSpPr/>
          <p:nvPr/>
        </p:nvSpPr>
        <p:spPr>
          <a:xfrm>
            <a:off x="776727" y="4118778"/>
            <a:ext cx="45719" cy="926983"/>
          </a:xfrm>
          <a:prstGeom prst="leftBrac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768BBFD-0B0D-4CC3-8AFA-809A79499F52}"/>
              </a:ext>
            </a:extLst>
          </p:cNvPr>
          <p:cNvSpPr txBox="1"/>
          <p:nvPr/>
        </p:nvSpPr>
        <p:spPr>
          <a:xfrm>
            <a:off x="349911" y="4224217"/>
            <a:ext cx="4267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通信时延</a:t>
            </a:r>
          </a:p>
        </p:txBody>
      </p:sp>
      <p:sp>
        <p:nvSpPr>
          <p:cNvPr id="13" name="左大括号 12">
            <a:extLst>
              <a:ext uri="{FF2B5EF4-FFF2-40B4-BE49-F238E27FC236}">
                <a16:creationId xmlns:a16="http://schemas.microsoft.com/office/drawing/2014/main" id="{B71A90E6-AE98-4C91-8AD3-742A24D3AFA6}"/>
              </a:ext>
            </a:extLst>
          </p:cNvPr>
          <p:cNvSpPr/>
          <p:nvPr/>
        </p:nvSpPr>
        <p:spPr>
          <a:xfrm>
            <a:off x="2247097" y="4397957"/>
            <a:ext cx="45719" cy="648000"/>
          </a:xfrm>
          <a:prstGeom prst="leftBrac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296E0DE-E20D-4882-9755-F025526F0B61}"/>
              </a:ext>
            </a:extLst>
          </p:cNvPr>
          <p:cNvSpPr txBox="1"/>
          <p:nvPr/>
        </p:nvSpPr>
        <p:spPr>
          <a:xfrm>
            <a:off x="960469" y="5359885"/>
            <a:ext cx="1352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（系统内部）</a:t>
            </a:r>
            <a:endParaRPr lang="en-US" altLang="zh-CN" sz="1000" b="1" dirty="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0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区块参数调整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921E68F-A7B5-43F0-A6EE-B7A34576CA3E}"/>
              </a:ext>
            </a:extLst>
          </p:cNvPr>
          <p:cNvSpPr txBox="1"/>
          <p:nvPr/>
        </p:nvSpPr>
        <p:spPr>
          <a:xfrm>
            <a:off x="1812958" y="4321996"/>
            <a:ext cx="4267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通信时延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2437936-4ECA-407C-9370-250471282605}"/>
              </a:ext>
            </a:extLst>
          </p:cNvPr>
          <p:cNvSpPr/>
          <p:nvPr/>
        </p:nvSpPr>
        <p:spPr>
          <a:xfrm rot="5400000">
            <a:off x="1257694" y="6762128"/>
            <a:ext cx="144000" cy="720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9114EEAD-18FD-4DE1-87AA-935B9AFD1661}"/>
                  </a:ext>
                </a:extLst>
              </p:cNvPr>
              <p:cNvSpPr txBox="1"/>
              <p:nvPr/>
            </p:nvSpPr>
            <p:spPr>
              <a:xfrm>
                <a:off x="1359124" y="6646316"/>
                <a:ext cx="162056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任务</a:t>
                </a:r>
                <a:r>
                  <a:rPr lang="en-US" altLang="zh-CN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请求数据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时延</a:t>
                </a: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9114EEAD-18FD-4DE1-87AA-935B9AFD1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124" y="6646316"/>
                <a:ext cx="1620566" cy="261610"/>
              </a:xfrm>
              <a:prstGeom prst="rect">
                <a:avLst/>
              </a:prstGeom>
              <a:blipFill>
                <a:blip r:embed="rId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左大括号 17">
            <a:extLst>
              <a:ext uri="{FF2B5EF4-FFF2-40B4-BE49-F238E27FC236}">
                <a16:creationId xmlns:a16="http://schemas.microsoft.com/office/drawing/2014/main" id="{EA4394AA-041A-47E6-97D8-F975C3CD9486}"/>
              </a:ext>
            </a:extLst>
          </p:cNvPr>
          <p:cNvSpPr/>
          <p:nvPr/>
        </p:nvSpPr>
        <p:spPr>
          <a:xfrm>
            <a:off x="1185303" y="6730877"/>
            <a:ext cx="45719" cy="882000"/>
          </a:xfrm>
          <a:prstGeom prst="leftBrac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5D9DFF9-13CE-43B3-8A86-C083C0818702}"/>
              </a:ext>
            </a:extLst>
          </p:cNvPr>
          <p:cNvSpPr/>
          <p:nvPr/>
        </p:nvSpPr>
        <p:spPr>
          <a:xfrm rot="5400000">
            <a:off x="1257694" y="6914528"/>
            <a:ext cx="144000" cy="720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338C923-ABE7-40D5-9CE0-DEFBC71B20BA}"/>
                  </a:ext>
                </a:extLst>
              </p:cNvPr>
              <p:cNvSpPr txBox="1"/>
              <p:nvPr/>
            </p:nvSpPr>
            <p:spPr>
              <a:xfrm>
                <a:off x="1352774" y="6798716"/>
                <a:ext cx="162691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任务</a:t>
                </a:r>
                <a:r>
                  <a:rPr lang="en-US" altLang="zh-CN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请求数据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时延</a:t>
                </a: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338C923-ABE7-40D5-9CE0-DEFBC71B2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774" y="6798716"/>
                <a:ext cx="1626916" cy="261610"/>
              </a:xfrm>
              <a:prstGeom prst="rect">
                <a:avLst/>
              </a:prstGeom>
              <a:blipFill>
                <a:blip r:embed="rId4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36AFDBFB-9C94-4B79-BF15-4AE7B058EDB4}"/>
              </a:ext>
            </a:extLst>
          </p:cNvPr>
          <p:cNvSpPr/>
          <p:nvPr/>
        </p:nvSpPr>
        <p:spPr>
          <a:xfrm rot="5400000">
            <a:off x="1257694" y="7060578"/>
            <a:ext cx="144000" cy="720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D3EAAED-70FC-4F88-8446-7B11AE19E661}"/>
                  </a:ext>
                </a:extLst>
              </p:cNvPr>
              <p:cNvSpPr txBox="1"/>
              <p:nvPr/>
            </p:nvSpPr>
            <p:spPr>
              <a:xfrm>
                <a:off x="1359123" y="6944766"/>
                <a:ext cx="1749403" cy="268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任务</a:t>
                </a:r>
                <a:r>
                  <a:rPr lang="en-US" altLang="zh-CN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请求数据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1,2,3</m:t>
                        </m:r>
                      </m:sub>
                    </m:sSub>
                  </m:oMath>
                </a14:m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时延</a:t>
                </a: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D3EAAED-70FC-4F88-8446-7B11AE19E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123" y="6944766"/>
                <a:ext cx="1749403" cy="268984"/>
              </a:xfrm>
              <a:prstGeom prst="rect">
                <a:avLst/>
              </a:prstGeom>
              <a:blipFill>
                <a:blip r:embed="rId5"/>
                <a:stretch>
                  <a:fillRect t="-4545"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0B202AF8-D117-4DE2-8C74-F05AE2FC5C0B}"/>
              </a:ext>
            </a:extLst>
          </p:cNvPr>
          <p:cNvSpPr/>
          <p:nvPr/>
        </p:nvSpPr>
        <p:spPr>
          <a:xfrm rot="5400000">
            <a:off x="1257694" y="7212978"/>
            <a:ext cx="144000" cy="720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7268F0E1-3B4B-4978-AA2B-49CBC0AC2AA8}"/>
                  </a:ext>
                </a:extLst>
              </p:cNvPr>
              <p:cNvSpPr txBox="1"/>
              <p:nvPr/>
            </p:nvSpPr>
            <p:spPr>
              <a:xfrm>
                <a:off x="1219424" y="7097166"/>
                <a:ext cx="188572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任务</a:t>
                </a:r>
                <a:r>
                  <a:rPr lang="en-US" altLang="zh-CN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请求数据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时延</a:t>
                </a: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7268F0E1-3B4B-4978-AA2B-49CBC0AC2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424" y="7097166"/>
                <a:ext cx="1885726" cy="261610"/>
              </a:xfrm>
              <a:prstGeom prst="rect">
                <a:avLst/>
              </a:prstGeom>
              <a:blipFill>
                <a:blip r:embed="rId6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>
            <a:extLst>
              <a:ext uri="{FF2B5EF4-FFF2-40B4-BE49-F238E27FC236}">
                <a16:creationId xmlns:a16="http://schemas.microsoft.com/office/drawing/2014/main" id="{BEF245A6-12AE-42D1-9637-363B2251FC17}"/>
              </a:ext>
            </a:extLst>
          </p:cNvPr>
          <p:cNvSpPr/>
          <p:nvPr/>
        </p:nvSpPr>
        <p:spPr>
          <a:xfrm rot="5400000">
            <a:off x="1257694" y="7359028"/>
            <a:ext cx="144000" cy="720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AF6CBEA-A7E6-408C-9D0D-62234318EFB8}"/>
                  </a:ext>
                </a:extLst>
              </p:cNvPr>
              <p:cNvSpPr txBox="1"/>
              <p:nvPr/>
            </p:nvSpPr>
            <p:spPr>
              <a:xfrm>
                <a:off x="1213074" y="7243216"/>
                <a:ext cx="189207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任务</a:t>
                </a:r>
                <a:r>
                  <a:rPr lang="en-US" altLang="zh-CN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请求数据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时延</a:t>
                </a: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AF6CBEA-A7E6-408C-9D0D-62234318E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3074" y="7243216"/>
                <a:ext cx="1892076" cy="261610"/>
              </a:xfrm>
              <a:prstGeom prst="rect">
                <a:avLst/>
              </a:prstGeom>
              <a:blipFill>
                <a:blip r:embed="rId7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26">
            <a:extLst>
              <a:ext uri="{FF2B5EF4-FFF2-40B4-BE49-F238E27FC236}">
                <a16:creationId xmlns:a16="http://schemas.microsoft.com/office/drawing/2014/main" id="{D7094FF8-B76E-47D3-A819-6A9756BFBA08}"/>
              </a:ext>
            </a:extLst>
          </p:cNvPr>
          <p:cNvSpPr/>
          <p:nvPr/>
        </p:nvSpPr>
        <p:spPr>
          <a:xfrm rot="5400000">
            <a:off x="1257694" y="7511428"/>
            <a:ext cx="144000" cy="720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8CDCF66-114A-498E-9D10-28C344CE4647}"/>
                  </a:ext>
                </a:extLst>
              </p:cNvPr>
              <p:cNvSpPr txBox="1"/>
              <p:nvPr/>
            </p:nvSpPr>
            <p:spPr>
              <a:xfrm>
                <a:off x="1219424" y="7395616"/>
                <a:ext cx="2029097" cy="271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任务</a:t>
                </a:r>
                <a:r>
                  <a:rPr lang="en-US" altLang="zh-CN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请求</a:t>
                </a:r>
                <a14:m>
                  <m:oMath xmlns:m="http://schemas.openxmlformats.org/officeDocument/2006/math">
                    <m:r>
                      <a:rPr lang="zh-CN" altLang="en-US" sz="11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数据</m:t>
                    </m:r>
                    <m:sSub>
                      <m:sSubPr>
                        <m:ctrlPr>
                          <a:rPr lang="en-US" altLang="zh-CN" sz="11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1,2,3</m:t>
                        </m:r>
                      </m:sub>
                    </m:sSub>
                  </m:oMath>
                </a14:m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时延</a:t>
                </a: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8CDCF66-114A-498E-9D10-28C344CE4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424" y="7395616"/>
                <a:ext cx="2029097" cy="271356"/>
              </a:xfrm>
              <a:prstGeom prst="rect">
                <a:avLst/>
              </a:prstGeom>
              <a:blipFill>
                <a:blip r:embed="rId8"/>
                <a:stretch>
                  <a:fillRect t="-4444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4290CEA7-D93E-4A36-BF80-7C0590A3D701}"/>
              </a:ext>
            </a:extLst>
          </p:cNvPr>
          <p:cNvSpPr txBox="1"/>
          <p:nvPr/>
        </p:nvSpPr>
        <p:spPr>
          <a:xfrm>
            <a:off x="824225" y="6787531"/>
            <a:ext cx="4267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通信时延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2509D37-5455-4FBF-B42E-AB190BE0B840}"/>
              </a:ext>
            </a:extLst>
          </p:cNvPr>
          <p:cNvSpPr/>
          <p:nvPr/>
        </p:nvSpPr>
        <p:spPr>
          <a:xfrm rot="5400000">
            <a:off x="3421417" y="7359325"/>
            <a:ext cx="144000" cy="720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3A95DBD7-EE68-45FC-9E22-596A1158B66F}"/>
                  </a:ext>
                </a:extLst>
              </p:cNvPr>
              <p:cNvSpPr txBox="1"/>
              <p:nvPr/>
            </p:nvSpPr>
            <p:spPr>
              <a:xfrm>
                <a:off x="3503796" y="7258753"/>
                <a:ext cx="175575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任务</a:t>
                </a:r>
                <a:r>
                  <a:rPr lang="en-US" altLang="zh-CN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1,2</a:t>
                </a:r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请求数据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时延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3A95DBD7-EE68-45FC-9E22-596A1158B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796" y="7258753"/>
                <a:ext cx="1755751" cy="261610"/>
              </a:xfrm>
              <a:prstGeom prst="rect">
                <a:avLst/>
              </a:prstGeom>
              <a:blipFill>
                <a:blip r:embed="rId9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左大括号 31">
            <a:extLst>
              <a:ext uri="{FF2B5EF4-FFF2-40B4-BE49-F238E27FC236}">
                <a16:creationId xmlns:a16="http://schemas.microsoft.com/office/drawing/2014/main" id="{16BBB29A-05D1-419E-82F1-5EEF3170C928}"/>
              </a:ext>
            </a:extLst>
          </p:cNvPr>
          <p:cNvSpPr/>
          <p:nvPr/>
        </p:nvSpPr>
        <p:spPr>
          <a:xfrm>
            <a:off x="3349026" y="7328074"/>
            <a:ext cx="45719" cy="288000"/>
          </a:xfrm>
          <a:prstGeom prst="leftBrac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C6B4D39-3BB5-4B36-92E6-73FE7D78A91B}"/>
              </a:ext>
            </a:extLst>
          </p:cNvPr>
          <p:cNvSpPr/>
          <p:nvPr/>
        </p:nvSpPr>
        <p:spPr>
          <a:xfrm rot="5400000">
            <a:off x="3421417" y="7511725"/>
            <a:ext cx="144000" cy="720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C124F0F-1DA2-4236-8B6B-FB11E26DCE54}"/>
                  </a:ext>
                </a:extLst>
              </p:cNvPr>
              <p:cNvSpPr txBox="1"/>
              <p:nvPr/>
            </p:nvSpPr>
            <p:spPr>
              <a:xfrm>
                <a:off x="3516497" y="7411153"/>
                <a:ext cx="1885502" cy="268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任务</a:t>
                </a:r>
                <a:r>
                  <a:rPr lang="en-US" altLang="zh-CN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1,2</a:t>
                </a:r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请求数据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1,2,3</m:t>
                        </m:r>
                      </m:sub>
                    </m:sSub>
                  </m:oMath>
                </a14:m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时延</a:t>
                </a: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C124F0F-1DA2-4236-8B6B-FB11E26DC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497" y="7411153"/>
                <a:ext cx="1885502" cy="268984"/>
              </a:xfrm>
              <a:prstGeom prst="rect">
                <a:avLst/>
              </a:prstGeom>
              <a:blipFill>
                <a:blip r:embed="rId10"/>
                <a:stretch>
                  <a:fillRect t="-4545"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本框 34">
            <a:extLst>
              <a:ext uri="{FF2B5EF4-FFF2-40B4-BE49-F238E27FC236}">
                <a16:creationId xmlns:a16="http://schemas.microsoft.com/office/drawing/2014/main" id="{5F4A8FB3-9B1E-4CF3-8AE2-9750D44356DF}"/>
              </a:ext>
            </a:extLst>
          </p:cNvPr>
          <p:cNvSpPr txBox="1"/>
          <p:nvPr/>
        </p:nvSpPr>
        <p:spPr>
          <a:xfrm>
            <a:off x="2995564" y="6870128"/>
            <a:ext cx="4267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通信时延</a:t>
            </a:r>
          </a:p>
        </p:txBody>
      </p:sp>
      <p:sp>
        <p:nvSpPr>
          <p:cNvPr id="36" name="箭头: 下 35">
            <a:extLst>
              <a:ext uri="{FF2B5EF4-FFF2-40B4-BE49-F238E27FC236}">
                <a16:creationId xmlns:a16="http://schemas.microsoft.com/office/drawing/2014/main" id="{CFA1A88C-3807-4838-B153-E5206D0ADABF}"/>
              </a:ext>
            </a:extLst>
          </p:cNvPr>
          <p:cNvSpPr/>
          <p:nvPr/>
        </p:nvSpPr>
        <p:spPr>
          <a:xfrm rot="16200000">
            <a:off x="7803877" y="5011254"/>
            <a:ext cx="104950" cy="972000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B2E3FDD-603B-478D-8F5A-FA4C042A18AA}"/>
              </a:ext>
            </a:extLst>
          </p:cNvPr>
          <p:cNvSpPr txBox="1"/>
          <p:nvPr/>
        </p:nvSpPr>
        <p:spPr>
          <a:xfrm>
            <a:off x="1812958" y="8014472"/>
            <a:ext cx="1352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（系统外部）</a:t>
            </a:r>
            <a:endParaRPr lang="en-US" altLang="zh-CN" sz="1000" b="1" dirty="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0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任务聚合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746FD04-D6F5-4BA6-BC29-41FAE1205651}"/>
              </a:ext>
            </a:extLst>
          </p:cNvPr>
          <p:cNvCxnSpPr/>
          <p:nvPr/>
        </p:nvCxnSpPr>
        <p:spPr>
          <a:xfrm>
            <a:off x="851791" y="5051569"/>
            <a:ext cx="141054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箭头: 下弧形 39">
            <a:extLst>
              <a:ext uri="{FF2B5EF4-FFF2-40B4-BE49-F238E27FC236}">
                <a16:creationId xmlns:a16="http://schemas.microsoft.com/office/drawing/2014/main" id="{034509FB-F999-4014-AF51-06BD82124072}"/>
              </a:ext>
            </a:extLst>
          </p:cNvPr>
          <p:cNvSpPr/>
          <p:nvPr/>
        </p:nvSpPr>
        <p:spPr>
          <a:xfrm>
            <a:off x="1015788" y="5119629"/>
            <a:ext cx="1241641" cy="18398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80073857-7A55-41E7-B5F4-9809AEC88EB5}"/>
              </a:ext>
            </a:extLst>
          </p:cNvPr>
          <p:cNvCxnSpPr/>
          <p:nvPr/>
        </p:nvCxnSpPr>
        <p:spPr>
          <a:xfrm>
            <a:off x="1286073" y="7617738"/>
            <a:ext cx="2052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箭头: 下弧形 41">
            <a:extLst>
              <a:ext uri="{FF2B5EF4-FFF2-40B4-BE49-F238E27FC236}">
                <a16:creationId xmlns:a16="http://schemas.microsoft.com/office/drawing/2014/main" id="{E239A6FA-48CB-49B7-86B8-5E6F6ECE5479}"/>
              </a:ext>
            </a:extLst>
          </p:cNvPr>
          <p:cNvSpPr/>
          <p:nvPr/>
        </p:nvSpPr>
        <p:spPr>
          <a:xfrm>
            <a:off x="1401634" y="7777380"/>
            <a:ext cx="1980000" cy="18398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1175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矩形 65">
            <a:extLst>
              <a:ext uri="{FF2B5EF4-FFF2-40B4-BE49-F238E27FC236}">
                <a16:creationId xmlns:a16="http://schemas.microsoft.com/office/drawing/2014/main" id="{0864489B-1D91-4C4A-9579-6882644C300C}"/>
              </a:ext>
            </a:extLst>
          </p:cNvPr>
          <p:cNvSpPr/>
          <p:nvPr/>
        </p:nvSpPr>
        <p:spPr>
          <a:xfrm>
            <a:off x="180939" y="2967202"/>
            <a:ext cx="2798751" cy="1679830"/>
          </a:xfrm>
          <a:prstGeom prst="rect">
            <a:avLst/>
          </a:prstGeom>
          <a:solidFill>
            <a:srgbClr val="F3F3F3"/>
          </a:solidFill>
          <a:ln w="635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5FA2220D-0453-4032-81CA-E2BCB549C450}"/>
              </a:ext>
            </a:extLst>
          </p:cNvPr>
          <p:cNvSpPr/>
          <p:nvPr/>
        </p:nvSpPr>
        <p:spPr>
          <a:xfrm>
            <a:off x="1742859" y="3175915"/>
            <a:ext cx="1195292" cy="1426568"/>
          </a:xfrm>
          <a:prstGeom prst="rect">
            <a:avLst/>
          </a:prstGeom>
          <a:solidFill>
            <a:srgbClr val="E8F3E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37D22A0B-EC52-4439-9DC1-6D3B10A667E8}"/>
              </a:ext>
            </a:extLst>
          </p:cNvPr>
          <p:cNvSpPr/>
          <p:nvPr/>
        </p:nvSpPr>
        <p:spPr>
          <a:xfrm>
            <a:off x="466216" y="3175915"/>
            <a:ext cx="1163075" cy="1426568"/>
          </a:xfrm>
          <a:prstGeom prst="rect">
            <a:avLst/>
          </a:prstGeom>
          <a:solidFill>
            <a:srgbClr val="EAF4E4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8C6CCFB-5D9A-4CA9-A15B-919CFA9CAC1C}"/>
              </a:ext>
            </a:extLst>
          </p:cNvPr>
          <p:cNvSpPr txBox="1"/>
          <p:nvPr/>
        </p:nvSpPr>
        <p:spPr>
          <a:xfrm>
            <a:off x="2054204" y="6593576"/>
            <a:ext cx="12476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等待时延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3AAE69-4D32-45CC-8C1C-784DDD09E6E5}"/>
              </a:ext>
            </a:extLst>
          </p:cNvPr>
          <p:cNvSpPr txBox="1"/>
          <p:nvPr/>
        </p:nvSpPr>
        <p:spPr>
          <a:xfrm>
            <a:off x="2056292" y="7021548"/>
            <a:ext cx="12476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其他时延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86CDD1F-A2D2-4F7A-B0AD-939BFDECD28F}"/>
              </a:ext>
            </a:extLst>
          </p:cNvPr>
          <p:cNvSpPr/>
          <p:nvPr/>
        </p:nvSpPr>
        <p:spPr>
          <a:xfrm rot="5400000">
            <a:off x="4533620" y="6777044"/>
            <a:ext cx="216000" cy="720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90472B-6FF5-43D5-B099-22F30163FE87}"/>
              </a:ext>
            </a:extLst>
          </p:cNvPr>
          <p:cNvSpPr/>
          <p:nvPr/>
        </p:nvSpPr>
        <p:spPr>
          <a:xfrm rot="5400000">
            <a:off x="4427708" y="7103785"/>
            <a:ext cx="432000" cy="7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E43879-7A60-4015-843D-7CDC7C11FF38}"/>
              </a:ext>
            </a:extLst>
          </p:cNvPr>
          <p:cNvSpPr txBox="1"/>
          <p:nvPr/>
        </p:nvSpPr>
        <p:spPr>
          <a:xfrm>
            <a:off x="4499600" y="6665872"/>
            <a:ext cx="12476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等待时延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F299AA2-C172-43F7-8972-79BFE8420FD0}"/>
              </a:ext>
            </a:extLst>
          </p:cNvPr>
          <p:cNvSpPr txBox="1"/>
          <p:nvPr/>
        </p:nvSpPr>
        <p:spPr>
          <a:xfrm>
            <a:off x="4507561" y="7003347"/>
            <a:ext cx="12476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其他时延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6EAD94-AD0D-4C1E-8417-3372F3EA8DBD}"/>
              </a:ext>
            </a:extLst>
          </p:cNvPr>
          <p:cNvSpPr/>
          <p:nvPr/>
        </p:nvSpPr>
        <p:spPr>
          <a:xfrm rot="5400000">
            <a:off x="1946440" y="6640039"/>
            <a:ext cx="504000" cy="720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91F20C-B19D-4C44-BBCF-D273EE745C59}"/>
              </a:ext>
            </a:extLst>
          </p:cNvPr>
          <p:cNvSpPr/>
          <p:nvPr/>
        </p:nvSpPr>
        <p:spPr>
          <a:xfrm rot="5400000">
            <a:off x="1984528" y="7103779"/>
            <a:ext cx="432000" cy="7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9811686E-55C3-4A53-B877-EFBF5066C56D}"/>
              </a:ext>
            </a:extLst>
          </p:cNvPr>
          <p:cNvSpPr/>
          <p:nvPr/>
        </p:nvSpPr>
        <p:spPr>
          <a:xfrm rot="16200000">
            <a:off x="3513775" y="6447782"/>
            <a:ext cx="104950" cy="972000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左大括号 10">
            <a:extLst>
              <a:ext uri="{FF2B5EF4-FFF2-40B4-BE49-F238E27FC236}">
                <a16:creationId xmlns:a16="http://schemas.microsoft.com/office/drawing/2014/main" id="{9E07ECFE-FF27-406D-AA2A-11406A3ED5CF}"/>
              </a:ext>
            </a:extLst>
          </p:cNvPr>
          <p:cNvSpPr/>
          <p:nvPr/>
        </p:nvSpPr>
        <p:spPr>
          <a:xfrm>
            <a:off x="2056148" y="6424039"/>
            <a:ext cx="45719" cy="926983"/>
          </a:xfrm>
          <a:prstGeom prst="leftBrac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32BEC85-3921-4675-909C-BD1698DEB98B}"/>
              </a:ext>
            </a:extLst>
          </p:cNvPr>
          <p:cNvSpPr txBox="1"/>
          <p:nvPr/>
        </p:nvSpPr>
        <p:spPr>
          <a:xfrm>
            <a:off x="1629332" y="6529478"/>
            <a:ext cx="4267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通信时延</a:t>
            </a:r>
          </a:p>
        </p:txBody>
      </p:sp>
      <p:sp>
        <p:nvSpPr>
          <p:cNvPr id="13" name="左大括号 12">
            <a:extLst>
              <a:ext uri="{FF2B5EF4-FFF2-40B4-BE49-F238E27FC236}">
                <a16:creationId xmlns:a16="http://schemas.microsoft.com/office/drawing/2014/main" id="{D7BC9F36-435E-459B-A91E-7B309CD8FA94}"/>
              </a:ext>
            </a:extLst>
          </p:cNvPr>
          <p:cNvSpPr/>
          <p:nvPr/>
        </p:nvSpPr>
        <p:spPr>
          <a:xfrm>
            <a:off x="4497229" y="6709793"/>
            <a:ext cx="45719" cy="648000"/>
          </a:xfrm>
          <a:prstGeom prst="leftBrac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4D44159-6C98-4B84-BB04-681C52C1E84A}"/>
              </a:ext>
            </a:extLst>
          </p:cNvPr>
          <p:cNvSpPr txBox="1"/>
          <p:nvPr/>
        </p:nvSpPr>
        <p:spPr>
          <a:xfrm>
            <a:off x="2892561" y="6465817"/>
            <a:ext cx="1352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（系统内部）</a:t>
            </a:r>
            <a:endParaRPr lang="en-US" altLang="zh-CN" sz="1000" b="1" dirty="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0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区块参数调整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56B4F24-FC98-4B00-A38E-34480F589366}"/>
              </a:ext>
            </a:extLst>
          </p:cNvPr>
          <p:cNvSpPr txBox="1"/>
          <p:nvPr/>
        </p:nvSpPr>
        <p:spPr>
          <a:xfrm>
            <a:off x="4063090" y="6649072"/>
            <a:ext cx="4267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通信时延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EA24FBF-CDF9-4541-8AD1-3DC1B271EAB4}"/>
              </a:ext>
            </a:extLst>
          </p:cNvPr>
          <p:cNvSpPr/>
          <p:nvPr/>
        </p:nvSpPr>
        <p:spPr>
          <a:xfrm rot="5400000">
            <a:off x="1257694" y="8152778"/>
            <a:ext cx="144000" cy="720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6D31ED7D-AD85-487F-AAD0-9C9A4E4C6535}"/>
                  </a:ext>
                </a:extLst>
              </p:cNvPr>
              <p:cNvSpPr txBox="1"/>
              <p:nvPr/>
            </p:nvSpPr>
            <p:spPr>
              <a:xfrm>
                <a:off x="1359124" y="8052206"/>
                <a:ext cx="162056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任务</a:t>
                </a:r>
                <a:r>
                  <a:rPr lang="en-US" altLang="zh-CN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请求数据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时延</a:t>
                </a: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6D31ED7D-AD85-487F-AAD0-9C9A4E4C6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124" y="8052206"/>
                <a:ext cx="1620566" cy="261610"/>
              </a:xfrm>
              <a:prstGeom prst="rect">
                <a:avLst/>
              </a:prstGeom>
              <a:blipFill>
                <a:blip r:embed="rId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左大括号 17">
            <a:extLst>
              <a:ext uri="{FF2B5EF4-FFF2-40B4-BE49-F238E27FC236}">
                <a16:creationId xmlns:a16="http://schemas.microsoft.com/office/drawing/2014/main" id="{D879C46C-A335-4D57-8A4D-69E32CD481D0}"/>
              </a:ext>
            </a:extLst>
          </p:cNvPr>
          <p:cNvSpPr/>
          <p:nvPr/>
        </p:nvSpPr>
        <p:spPr>
          <a:xfrm>
            <a:off x="1185303" y="8121527"/>
            <a:ext cx="45719" cy="882000"/>
          </a:xfrm>
          <a:prstGeom prst="leftBrac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99297F9-AE5C-491E-AD18-DDC966673E86}"/>
              </a:ext>
            </a:extLst>
          </p:cNvPr>
          <p:cNvSpPr/>
          <p:nvPr/>
        </p:nvSpPr>
        <p:spPr>
          <a:xfrm rot="5400000">
            <a:off x="1257694" y="8305178"/>
            <a:ext cx="144000" cy="720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CE043336-064E-4F51-B45F-505DF444CFEF}"/>
                  </a:ext>
                </a:extLst>
              </p:cNvPr>
              <p:cNvSpPr txBox="1"/>
              <p:nvPr/>
            </p:nvSpPr>
            <p:spPr>
              <a:xfrm>
                <a:off x="1352774" y="8204606"/>
                <a:ext cx="162691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任务</a:t>
                </a:r>
                <a:r>
                  <a:rPr lang="en-US" altLang="zh-CN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请求数据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时延</a:t>
                </a: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CE043336-064E-4F51-B45F-505DF444C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774" y="8204606"/>
                <a:ext cx="1626916" cy="261610"/>
              </a:xfrm>
              <a:prstGeom prst="rect">
                <a:avLst/>
              </a:prstGeom>
              <a:blipFill>
                <a:blip r:embed="rId4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C330CCFD-DAD3-4EB0-AB8A-B5FBF7C31C2F}"/>
              </a:ext>
            </a:extLst>
          </p:cNvPr>
          <p:cNvSpPr/>
          <p:nvPr/>
        </p:nvSpPr>
        <p:spPr>
          <a:xfrm rot="5400000">
            <a:off x="1257694" y="8451228"/>
            <a:ext cx="144000" cy="720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132C6FC-0EF3-4543-978A-8276C37F5F84}"/>
                  </a:ext>
                </a:extLst>
              </p:cNvPr>
              <p:cNvSpPr txBox="1"/>
              <p:nvPr/>
            </p:nvSpPr>
            <p:spPr>
              <a:xfrm>
                <a:off x="1359123" y="8350656"/>
                <a:ext cx="1749403" cy="268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任务</a:t>
                </a:r>
                <a:r>
                  <a:rPr lang="en-US" altLang="zh-CN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请求数据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1,2,3</m:t>
                        </m:r>
                      </m:sub>
                    </m:sSub>
                  </m:oMath>
                </a14:m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时延</a:t>
                </a: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132C6FC-0EF3-4543-978A-8276C37F5F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123" y="8350656"/>
                <a:ext cx="1749403" cy="268984"/>
              </a:xfrm>
              <a:prstGeom prst="rect">
                <a:avLst/>
              </a:prstGeom>
              <a:blipFill>
                <a:blip r:embed="rId5"/>
                <a:stretch>
                  <a:fillRect t="-4545"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93E1A839-7739-48F5-AC96-CEB9CDEBCD23}"/>
              </a:ext>
            </a:extLst>
          </p:cNvPr>
          <p:cNvSpPr/>
          <p:nvPr/>
        </p:nvSpPr>
        <p:spPr>
          <a:xfrm rot="5400000">
            <a:off x="1257694" y="8603628"/>
            <a:ext cx="144000" cy="720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B36144FA-3494-4D1E-8B2C-FCD8310E7470}"/>
                  </a:ext>
                </a:extLst>
              </p:cNvPr>
              <p:cNvSpPr txBox="1"/>
              <p:nvPr/>
            </p:nvSpPr>
            <p:spPr>
              <a:xfrm>
                <a:off x="1219424" y="8503056"/>
                <a:ext cx="188572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任务</a:t>
                </a:r>
                <a:r>
                  <a:rPr lang="en-US" altLang="zh-CN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请求数据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时延</a:t>
                </a: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B36144FA-3494-4D1E-8B2C-FCD8310E7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424" y="8503056"/>
                <a:ext cx="1885726" cy="261610"/>
              </a:xfrm>
              <a:prstGeom prst="rect">
                <a:avLst/>
              </a:prstGeom>
              <a:blipFill>
                <a:blip r:embed="rId6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>
            <a:extLst>
              <a:ext uri="{FF2B5EF4-FFF2-40B4-BE49-F238E27FC236}">
                <a16:creationId xmlns:a16="http://schemas.microsoft.com/office/drawing/2014/main" id="{414333AE-5147-4C1C-AC30-DFCC039C26C0}"/>
              </a:ext>
            </a:extLst>
          </p:cNvPr>
          <p:cNvSpPr/>
          <p:nvPr/>
        </p:nvSpPr>
        <p:spPr>
          <a:xfrm rot="5400000">
            <a:off x="1257694" y="8749678"/>
            <a:ext cx="144000" cy="720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D5142F4-27B6-4CE6-9EA9-4E181937B5BD}"/>
                  </a:ext>
                </a:extLst>
              </p:cNvPr>
              <p:cNvSpPr txBox="1"/>
              <p:nvPr/>
            </p:nvSpPr>
            <p:spPr>
              <a:xfrm>
                <a:off x="1213074" y="8649106"/>
                <a:ext cx="189207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任务</a:t>
                </a:r>
                <a:r>
                  <a:rPr lang="en-US" altLang="zh-CN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请求数据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时延</a:t>
                </a: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D5142F4-27B6-4CE6-9EA9-4E181937B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3074" y="8649106"/>
                <a:ext cx="1892076" cy="261610"/>
              </a:xfrm>
              <a:prstGeom prst="rect">
                <a:avLst/>
              </a:prstGeom>
              <a:blipFill>
                <a:blip r:embed="rId7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26">
            <a:extLst>
              <a:ext uri="{FF2B5EF4-FFF2-40B4-BE49-F238E27FC236}">
                <a16:creationId xmlns:a16="http://schemas.microsoft.com/office/drawing/2014/main" id="{A55771D5-6E35-483A-B97D-382DAFCABA4F}"/>
              </a:ext>
            </a:extLst>
          </p:cNvPr>
          <p:cNvSpPr/>
          <p:nvPr/>
        </p:nvSpPr>
        <p:spPr>
          <a:xfrm rot="5400000">
            <a:off x="1257694" y="8902078"/>
            <a:ext cx="144000" cy="720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832FD935-BDC0-4BB0-8274-770F06490100}"/>
                  </a:ext>
                </a:extLst>
              </p:cNvPr>
              <p:cNvSpPr txBox="1"/>
              <p:nvPr/>
            </p:nvSpPr>
            <p:spPr>
              <a:xfrm>
                <a:off x="1219424" y="8801506"/>
                <a:ext cx="2029097" cy="271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任务</a:t>
                </a:r>
                <a:r>
                  <a:rPr lang="en-US" altLang="zh-CN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请求</a:t>
                </a:r>
                <a14:m>
                  <m:oMath xmlns:m="http://schemas.openxmlformats.org/officeDocument/2006/math">
                    <m:r>
                      <a:rPr lang="zh-CN" altLang="en-US" sz="11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数据</m:t>
                    </m:r>
                    <m:sSub>
                      <m:sSubPr>
                        <m:ctrlPr>
                          <a:rPr lang="en-US" altLang="zh-CN" sz="11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1,2,3</m:t>
                        </m:r>
                      </m:sub>
                    </m:sSub>
                  </m:oMath>
                </a14:m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时延</a:t>
                </a: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832FD935-BDC0-4BB0-8274-770F06490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424" y="8801506"/>
                <a:ext cx="2029097" cy="271356"/>
              </a:xfrm>
              <a:prstGeom prst="rect">
                <a:avLst/>
              </a:prstGeom>
              <a:blipFill>
                <a:blip r:embed="rId8"/>
                <a:stretch>
                  <a:fillRect t="-4545"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C11BC75B-53DB-4AFA-B115-E7B0BEE410A2}"/>
              </a:ext>
            </a:extLst>
          </p:cNvPr>
          <p:cNvSpPr txBox="1"/>
          <p:nvPr/>
        </p:nvSpPr>
        <p:spPr>
          <a:xfrm>
            <a:off x="748025" y="8178181"/>
            <a:ext cx="4267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通信时延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D78C4DB-0E8B-4ECB-94B9-DA664F9B7653}"/>
              </a:ext>
            </a:extLst>
          </p:cNvPr>
          <p:cNvSpPr/>
          <p:nvPr/>
        </p:nvSpPr>
        <p:spPr>
          <a:xfrm rot="5400000">
            <a:off x="4572394" y="8578228"/>
            <a:ext cx="144000" cy="720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88A7059-7532-40EF-9406-058E41C899B5}"/>
                  </a:ext>
                </a:extLst>
              </p:cNvPr>
              <p:cNvSpPr txBox="1"/>
              <p:nvPr/>
            </p:nvSpPr>
            <p:spPr>
              <a:xfrm>
                <a:off x="4654773" y="8477656"/>
                <a:ext cx="175575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任务</a:t>
                </a:r>
                <a:r>
                  <a:rPr lang="en-US" altLang="zh-CN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1,2</a:t>
                </a:r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请求数据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时延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88A7059-7532-40EF-9406-058E41C89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4773" y="8477656"/>
                <a:ext cx="1755751" cy="261610"/>
              </a:xfrm>
              <a:prstGeom prst="rect">
                <a:avLst/>
              </a:prstGeom>
              <a:blipFill>
                <a:blip r:embed="rId9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左大括号 31">
            <a:extLst>
              <a:ext uri="{FF2B5EF4-FFF2-40B4-BE49-F238E27FC236}">
                <a16:creationId xmlns:a16="http://schemas.microsoft.com/office/drawing/2014/main" id="{85289FD1-10BB-4065-8289-50FD47CBA505}"/>
              </a:ext>
            </a:extLst>
          </p:cNvPr>
          <p:cNvSpPr/>
          <p:nvPr/>
        </p:nvSpPr>
        <p:spPr>
          <a:xfrm>
            <a:off x="4500003" y="8546977"/>
            <a:ext cx="45719" cy="288000"/>
          </a:xfrm>
          <a:prstGeom prst="leftBrac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0CAA596-9FD9-49C6-B641-2C64DBD0CA1B}"/>
              </a:ext>
            </a:extLst>
          </p:cNvPr>
          <p:cNvSpPr/>
          <p:nvPr/>
        </p:nvSpPr>
        <p:spPr>
          <a:xfrm rot="5400000">
            <a:off x="4572394" y="8730628"/>
            <a:ext cx="144000" cy="720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C76F5992-E7C8-4171-9C30-D728F1393AE2}"/>
                  </a:ext>
                </a:extLst>
              </p:cNvPr>
              <p:cNvSpPr txBox="1"/>
              <p:nvPr/>
            </p:nvSpPr>
            <p:spPr>
              <a:xfrm>
                <a:off x="4667474" y="8630056"/>
                <a:ext cx="1885502" cy="268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任务</a:t>
                </a:r>
                <a:r>
                  <a:rPr lang="en-US" altLang="zh-CN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1,2</a:t>
                </a:r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请求数据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1,2,3</m:t>
                        </m:r>
                      </m:sub>
                    </m:sSub>
                  </m:oMath>
                </a14:m>
                <a:r>
                  <a:rPr lang="zh-CN" altLang="en-US" sz="11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时延</a:t>
                </a: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C76F5992-E7C8-4171-9C30-D728F1393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474" y="8630056"/>
                <a:ext cx="1885502" cy="268984"/>
              </a:xfrm>
              <a:prstGeom prst="rect">
                <a:avLst/>
              </a:prstGeom>
              <a:blipFill>
                <a:blip r:embed="rId10"/>
                <a:stretch>
                  <a:fillRect t="-4545"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本框 34">
            <a:extLst>
              <a:ext uri="{FF2B5EF4-FFF2-40B4-BE49-F238E27FC236}">
                <a16:creationId xmlns:a16="http://schemas.microsoft.com/office/drawing/2014/main" id="{8A44769B-53C1-42DD-AA05-51E9238F164F}"/>
              </a:ext>
            </a:extLst>
          </p:cNvPr>
          <p:cNvSpPr txBox="1"/>
          <p:nvPr/>
        </p:nvSpPr>
        <p:spPr>
          <a:xfrm>
            <a:off x="4062725" y="8311531"/>
            <a:ext cx="4267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通信时延</a:t>
            </a:r>
          </a:p>
        </p:txBody>
      </p:sp>
      <p:sp>
        <p:nvSpPr>
          <p:cNvPr id="36" name="箭头: 下 35">
            <a:extLst>
              <a:ext uri="{FF2B5EF4-FFF2-40B4-BE49-F238E27FC236}">
                <a16:creationId xmlns:a16="http://schemas.microsoft.com/office/drawing/2014/main" id="{E1B4A15B-D035-4FF4-99F6-FCBFBBC22BBA}"/>
              </a:ext>
            </a:extLst>
          </p:cNvPr>
          <p:cNvSpPr/>
          <p:nvPr/>
        </p:nvSpPr>
        <p:spPr>
          <a:xfrm rot="16200000">
            <a:off x="3553969" y="8137949"/>
            <a:ext cx="104950" cy="972000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387D6A3-7999-48B7-A193-745D665439A9}"/>
              </a:ext>
            </a:extLst>
          </p:cNvPr>
          <p:cNvSpPr txBox="1"/>
          <p:nvPr/>
        </p:nvSpPr>
        <p:spPr>
          <a:xfrm>
            <a:off x="2932755" y="8155984"/>
            <a:ext cx="1352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（系统外部）</a:t>
            </a:r>
            <a:endParaRPr lang="en-US" altLang="zh-CN" sz="1000" b="1" dirty="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0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任务聚合</a:t>
            </a:r>
          </a:p>
        </p:txBody>
      </p:sp>
      <p:pic>
        <p:nvPicPr>
          <p:cNvPr id="39" name="图形 38">
            <a:extLst>
              <a:ext uri="{FF2B5EF4-FFF2-40B4-BE49-F238E27FC236}">
                <a16:creationId xmlns:a16="http://schemas.microsoft.com/office/drawing/2014/main" id="{4ABEC7E7-1F41-42AA-8B4D-3DD396CB93D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1687" y="3409004"/>
            <a:ext cx="349250" cy="349250"/>
          </a:xfrm>
          <a:prstGeom prst="rect">
            <a:avLst/>
          </a:prstGeom>
        </p:spPr>
      </p:pic>
      <p:pic>
        <p:nvPicPr>
          <p:cNvPr id="41" name="图形 40">
            <a:extLst>
              <a:ext uri="{FF2B5EF4-FFF2-40B4-BE49-F238E27FC236}">
                <a16:creationId xmlns:a16="http://schemas.microsoft.com/office/drawing/2014/main" id="{AF70B3D3-5DC7-43CB-BDEF-1AA73D54C15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49143" y="3696986"/>
            <a:ext cx="471012" cy="471012"/>
          </a:xfrm>
          <a:prstGeom prst="rect">
            <a:avLst/>
          </a:prstGeom>
        </p:spPr>
      </p:pic>
      <p:pic>
        <p:nvPicPr>
          <p:cNvPr id="42" name="图形 41">
            <a:extLst>
              <a:ext uri="{FF2B5EF4-FFF2-40B4-BE49-F238E27FC236}">
                <a16:creationId xmlns:a16="http://schemas.microsoft.com/office/drawing/2014/main" id="{2ED2744A-0F2E-443E-A233-918495EF951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1687" y="4136248"/>
            <a:ext cx="349250" cy="349250"/>
          </a:xfrm>
          <a:prstGeom prst="rect">
            <a:avLst/>
          </a:prstGeom>
        </p:spPr>
      </p:pic>
      <p:pic>
        <p:nvPicPr>
          <p:cNvPr id="44" name="图形 43">
            <a:extLst>
              <a:ext uri="{FF2B5EF4-FFF2-40B4-BE49-F238E27FC236}">
                <a16:creationId xmlns:a16="http://schemas.microsoft.com/office/drawing/2014/main" id="{0C4A5918-AB8A-46B2-A7C8-37F1822ACE3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23024" y="3360823"/>
            <a:ext cx="471012" cy="471012"/>
          </a:xfrm>
          <a:prstGeom prst="rect">
            <a:avLst/>
          </a:prstGeom>
        </p:spPr>
      </p:pic>
      <p:pic>
        <p:nvPicPr>
          <p:cNvPr id="45" name="图形 44">
            <a:extLst>
              <a:ext uri="{FF2B5EF4-FFF2-40B4-BE49-F238E27FC236}">
                <a16:creationId xmlns:a16="http://schemas.microsoft.com/office/drawing/2014/main" id="{EB634320-714B-43C1-A7D5-A4D606DFD7A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23024" y="4046236"/>
            <a:ext cx="471012" cy="471012"/>
          </a:xfrm>
          <a:prstGeom prst="rect">
            <a:avLst/>
          </a:prstGeom>
        </p:spPr>
      </p:pic>
      <p:sp>
        <p:nvSpPr>
          <p:cNvPr id="46" name="文本框 45">
            <a:extLst>
              <a:ext uri="{FF2B5EF4-FFF2-40B4-BE49-F238E27FC236}">
                <a16:creationId xmlns:a16="http://schemas.microsoft.com/office/drawing/2014/main" id="{FDC8BF19-B02B-4880-9F53-E15CFF495B32}"/>
              </a:ext>
            </a:extLst>
          </p:cNvPr>
          <p:cNvSpPr txBox="1"/>
          <p:nvPr/>
        </p:nvSpPr>
        <p:spPr>
          <a:xfrm>
            <a:off x="701687" y="3723002"/>
            <a:ext cx="463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…</a:t>
            </a:r>
            <a:endParaRPr lang="zh-CN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BFE790E-D8A7-47F9-81DA-59A3EB05AC46}"/>
              </a:ext>
            </a:extLst>
          </p:cNvPr>
          <p:cNvSpPr txBox="1"/>
          <p:nvPr/>
        </p:nvSpPr>
        <p:spPr>
          <a:xfrm rot="19362970">
            <a:off x="2248350" y="3484279"/>
            <a:ext cx="463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…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3A66A49-3FD6-40AC-82CB-1A9972E8C2A7}"/>
              </a:ext>
            </a:extLst>
          </p:cNvPr>
          <p:cNvSpPr txBox="1"/>
          <p:nvPr/>
        </p:nvSpPr>
        <p:spPr>
          <a:xfrm rot="16200000">
            <a:off x="2473615" y="3728690"/>
            <a:ext cx="463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…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4B031D5-8D03-4D51-A565-CC59E2052DAA}"/>
              </a:ext>
            </a:extLst>
          </p:cNvPr>
          <p:cNvSpPr txBox="1"/>
          <p:nvPr/>
        </p:nvSpPr>
        <p:spPr>
          <a:xfrm rot="1838971">
            <a:off x="2333662" y="3901126"/>
            <a:ext cx="463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…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C56021F-DD44-49B1-93ED-2EC44C84F94B}"/>
              </a:ext>
            </a:extLst>
          </p:cNvPr>
          <p:cNvSpPr txBox="1"/>
          <p:nvPr/>
        </p:nvSpPr>
        <p:spPr>
          <a:xfrm>
            <a:off x="863724" y="3175915"/>
            <a:ext cx="7395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生成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C9EAB88-D24E-47C8-8995-488110EE430F}"/>
              </a:ext>
            </a:extLst>
          </p:cNvPr>
          <p:cNvSpPr txBox="1"/>
          <p:nvPr/>
        </p:nvSpPr>
        <p:spPr>
          <a:xfrm>
            <a:off x="863724" y="3308903"/>
            <a:ext cx="7395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感知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2D6ACD1-DACC-438C-9AE6-5DDC47CEE3E2}"/>
              </a:ext>
            </a:extLst>
          </p:cNvPr>
          <p:cNvSpPr txBox="1"/>
          <p:nvPr/>
        </p:nvSpPr>
        <p:spPr>
          <a:xfrm>
            <a:off x="863724" y="3895537"/>
            <a:ext cx="7395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生成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F8029631-67A1-44C4-AD07-E99C024CF7A5}"/>
              </a:ext>
            </a:extLst>
          </p:cNvPr>
          <p:cNvSpPr txBox="1"/>
          <p:nvPr/>
        </p:nvSpPr>
        <p:spPr>
          <a:xfrm>
            <a:off x="863724" y="4022175"/>
            <a:ext cx="7395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感知</a:t>
            </a:r>
          </a:p>
        </p:txBody>
      </p:sp>
      <p:sp>
        <p:nvSpPr>
          <p:cNvPr id="65" name="箭头: 上下 64">
            <a:extLst>
              <a:ext uri="{FF2B5EF4-FFF2-40B4-BE49-F238E27FC236}">
                <a16:creationId xmlns:a16="http://schemas.microsoft.com/office/drawing/2014/main" id="{B8CCA88C-E563-4840-A3AD-319B944768D7}"/>
              </a:ext>
            </a:extLst>
          </p:cNvPr>
          <p:cNvSpPr/>
          <p:nvPr/>
        </p:nvSpPr>
        <p:spPr>
          <a:xfrm rot="16200000">
            <a:off x="1583404" y="3669087"/>
            <a:ext cx="168793" cy="553776"/>
          </a:xfrm>
          <a:prstGeom prst="upDownArrow">
            <a:avLst/>
          </a:prstGeom>
          <a:solidFill>
            <a:srgbClr val="A2B9E2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4" name="图形 73">
            <a:extLst>
              <a:ext uri="{FF2B5EF4-FFF2-40B4-BE49-F238E27FC236}">
                <a16:creationId xmlns:a16="http://schemas.microsoft.com/office/drawing/2014/main" id="{69F85E4D-60FB-4681-AEFE-1F77C1ABAEA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203476" y="4074880"/>
            <a:ext cx="196418" cy="196418"/>
          </a:xfrm>
          <a:prstGeom prst="rect">
            <a:avLst/>
          </a:prstGeom>
        </p:spPr>
      </p:pic>
      <p:pic>
        <p:nvPicPr>
          <p:cNvPr id="76" name="图形 75">
            <a:extLst>
              <a:ext uri="{FF2B5EF4-FFF2-40B4-BE49-F238E27FC236}">
                <a16:creationId xmlns:a16="http://schemas.microsoft.com/office/drawing/2014/main" id="{D5C9E68A-A676-4327-BE3F-1EA8609400A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06141" y="4396266"/>
            <a:ext cx="206217" cy="206217"/>
          </a:xfrm>
          <a:prstGeom prst="rect">
            <a:avLst/>
          </a:prstGeom>
        </p:spPr>
      </p:pic>
      <p:pic>
        <p:nvPicPr>
          <p:cNvPr id="77" name="图形 76">
            <a:extLst>
              <a:ext uri="{FF2B5EF4-FFF2-40B4-BE49-F238E27FC236}">
                <a16:creationId xmlns:a16="http://schemas.microsoft.com/office/drawing/2014/main" id="{84F5ED89-6AF6-4A87-A2D7-18778334FC3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94829" y="3654409"/>
            <a:ext cx="206217" cy="206217"/>
          </a:xfrm>
          <a:prstGeom prst="rect">
            <a:avLst/>
          </a:prstGeom>
        </p:spPr>
      </p:pic>
      <p:sp>
        <p:nvSpPr>
          <p:cNvPr id="78" name="文本框 77">
            <a:extLst>
              <a:ext uri="{FF2B5EF4-FFF2-40B4-BE49-F238E27FC236}">
                <a16:creationId xmlns:a16="http://schemas.microsoft.com/office/drawing/2014/main" id="{D64A7572-F5A9-471E-929A-E2638BB9A767}"/>
              </a:ext>
            </a:extLst>
          </p:cNvPr>
          <p:cNvSpPr txBox="1"/>
          <p:nvPr/>
        </p:nvSpPr>
        <p:spPr>
          <a:xfrm>
            <a:off x="-30101" y="2967202"/>
            <a:ext cx="7395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</a:rPr>
              <a:t>集群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A66ADC14-D89F-4C5D-8025-ACA3F1BAE725}"/>
              </a:ext>
            </a:extLst>
          </p:cNvPr>
          <p:cNvSpPr txBox="1"/>
          <p:nvPr/>
        </p:nvSpPr>
        <p:spPr>
          <a:xfrm>
            <a:off x="369660" y="3155700"/>
            <a:ext cx="7395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</a:rPr>
              <a:t>测量框架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9B7198A5-7066-42D0-92E2-F81810F4B787}"/>
              </a:ext>
            </a:extLst>
          </p:cNvPr>
          <p:cNvSpPr txBox="1"/>
          <p:nvPr/>
        </p:nvSpPr>
        <p:spPr>
          <a:xfrm>
            <a:off x="1674532" y="3160154"/>
            <a:ext cx="7395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</a:rPr>
              <a:t>区块链系统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A22C3550-A090-484E-BB73-BE4849506109}"/>
              </a:ext>
            </a:extLst>
          </p:cNvPr>
          <p:cNvSpPr/>
          <p:nvPr/>
        </p:nvSpPr>
        <p:spPr>
          <a:xfrm>
            <a:off x="3481189" y="1457761"/>
            <a:ext cx="1195292" cy="1426568"/>
          </a:xfrm>
          <a:prstGeom prst="rect">
            <a:avLst/>
          </a:prstGeom>
          <a:solidFill>
            <a:srgbClr val="E8F3E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C4C59976-C1BB-4691-B8E6-2C17B2D1F470}"/>
              </a:ext>
            </a:extLst>
          </p:cNvPr>
          <p:cNvSpPr/>
          <p:nvPr/>
        </p:nvSpPr>
        <p:spPr>
          <a:xfrm>
            <a:off x="1599315" y="1476755"/>
            <a:ext cx="1163075" cy="1426568"/>
          </a:xfrm>
          <a:prstGeom prst="rect">
            <a:avLst/>
          </a:prstGeom>
          <a:solidFill>
            <a:srgbClr val="EAF4E4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6" name="图形 85">
            <a:extLst>
              <a:ext uri="{FF2B5EF4-FFF2-40B4-BE49-F238E27FC236}">
                <a16:creationId xmlns:a16="http://schemas.microsoft.com/office/drawing/2014/main" id="{2BECCF8B-A6B5-439D-948E-3411A96C938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00972" y="3393029"/>
            <a:ext cx="349250" cy="349250"/>
          </a:xfrm>
          <a:prstGeom prst="rect">
            <a:avLst/>
          </a:prstGeom>
        </p:spPr>
      </p:pic>
      <p:pic>
        <p:nvPicPr>
          <p:cNvPr id="87" name="图形 86">
            <a:extLst>
              <a:ext uri="{FF2B5EF4-FFF2-40B4-BE49-F238E27FC236}">
                <a16:creationId xmlns:a16="http://schemas.microsoft.com/office/drawing/2014/main" id="{9DE4C879-8816-41D2-8ECF-B019C8585B5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248428" y="3681011"/>
            <a:ext cx="471012" cy="471012"/>
          </a:xfrm>
          <a:prstGeom prst="rect">
            <a:avLst/>
          </a:prstGeom>
        </p:spPr>
      </p:pic>
      <p:pic>
        <p:nvPicPr>
          <p:cNvPr id="88" name="图形 87">
            <a:extLst>
              <a:ext uri="{FF2B5EF4-FFF2-40B4-BE49-F238E27FC236}">
                <a16:creationId xmlns:a16="http://schemas.microsoft.com/office/drawing/2014/main" id="{7EB12C57-0A5E-44AB-A82E-2D9C56555C5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00972" y="4120273"/>
            <a:ext cx="349250" cy="349250"/>
          </a:xfrm>
          <a:prstGeom prst="rect">
            <a:avLst/>
          </a:prstGeom>
        </p:spPr>
      </p:pic>
      <p:sp>
        <p:nvSpPr>
          <p:cNvPr id="91" name="文本框 90">
            <a:extLst>
              <a:ext uri="{FF2B5EF4-FFF2-40B4-BE49-F238E27FC236}">
                <a16:creationId xmlns:a16="http://schemas.microsoft.com/office/drawing/2014/main" id="{0269C681-9021-4FE3-BA80-9711FF96F522}"/>
              </a:ext>
            </a:extLst>
          </p:cNvPr>
          <p:cNvSpPr txBox="1"/>
          <p:nvPr/>
        </p:nvSpPr>
        <p:spPr>
          <a:xfrm>
            <a:off x="4000972" y="3707027"/>
            <a:ext cx="463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…</a:t>
            </a:r>
            <a:endParaRPr lang="zh-CN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71E65C5-6AEF-4138-A843-59A311926E53}"/>
              </a:ext>
            </a:extLst>
          </p:cNvPr>
          <p:cNvSpPr txBox="1"/>
          <p:nvPr/>
        </p:nvSpPr>
        <p:spPr>
          <a:xfrm>
            <a:off x="4163009" y="3159940"/>
            <a:ext cx="7395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生成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F0850FF2-F74C-4252-A04A-55A717A73CF7}"/>
              </a:ext>
            </a:extLst>
          </p:cNvPr>
          <p:cNvSpPr txBox="1"/>
          <p:nvPr/>
        </p:nvSpPr>
        <p:spPr>
          <a:xfrm>
            <a:off x="4163009" y="3292928"/>
            <a:ext cx="7395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感知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18D6CE02-971C-4731-8B8C-28D02CB91C59}"/>
              </a:ext>
            </a:extLst>
          </p:cNvPr>
          <p:cNvSpPr txBox="1"/>
          <p:nvPr/>
        </p:nvSpPr>
        <p:spPr>
          <a:xfrm>
            <a:off x="4163009" y="3879562"/>
            <a:ext cx="7395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生成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4C950109-3CBC-4400-ABD3-B20E4F545FCC}"/>
              </a:ext>
            </a:extLst>
          </p:cNvPr>
          <p:cNvSpPr txBox="1"/>
          <p:nvPr/>
        </p:nvSpPr>
        <p:spPr>
          <a:xfrm>
            <a:off x="4163009" y="4006200"/>
            <a:ext cx="7395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感知</a:t>
            </a:r>
          </a:p>
        </p:txBody>
      </p:sp>
      <p:sp>
        <p:nvSpPr>
          <p:cNvPr id="99" name="箭头: 上下 98">
            <a:extLst>
              <a:ext uri="{FF2B5EF4-FFF2-40B4-BE49-F238E27FC236}">
                <a16:creationId xmlns:a16="http://schemas.microsoft.com/office/drawing/2014/main" id="{5810C51F-F896-4422-B222-67215A9C5994}"/>
              </a:ext>
            </a:extLst>
          </p:cNvPr>
          <p:cNvSpPr/>
          <p:nvPr/>
        </p:nvSpPr>
        <p:spPr>
          <a:xfrm rot="16200000">
            <a:off x="4882689" y="3653112"/>
            <a:ext cx="168793" cy="553776"/>
          </a:xfrm>
          <a:prstGeom prst="upDownArrow">
            <a:avLst/>
          </a:prstGeom>
          <a:solidFill>
            <a:srgbClr val="A2B9E2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0" name="图形 99">
            <a:extLst>
              <a:ext uri="{FF2B5EF4-FFF2-40B4-BE49-F238E27FC236}">
                <a16:creationId xmlns:a16="http://schemas.microsoft.com/office/drawing/2014/main" id="{09F85A54-EED1-4DCF-AB23-262A4DC6465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02761" y="4058905"/>
            <a:ext cx="196418" cy="196418"/>
          </a:xfrm>
          <a:prstGeom prst="rect">
            <a:avLst/>
          </a:prstGeom>
        </p:spPr>
      </p:pic>
      <p:pic>
        <p:nvPicPr>
          <p:cNvPr id="101" name="图形 100">
            <a:extLst>
              <a:ext uri="{FF2B5EF4-FFF2-40B4-BE49-F238E27FC236}">
                <a16:creationId xmlns:a16="http://schemas.microsoft.com/office/drawing/2014/main" id="{38D37815-3993-4FD9-906E-A3984372FD3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305426" y="4380291"/>
            <a:ext cx="206217" cy="206217"/>
          </a:xfrm>
          <a:prstGeom prst="rect">
            <a:avLst/>
          </a:prstGeom>
        </p:spPr>
      </p:pic>
      <p:pic>
        <p:nvPicPr>
          <p:cNvPr id="102" name="图形 101">
            <a:extLst>
              <a:ext uri="{FF2B5EF4-FFF2-40B4-BE49-F238E27FC236}">
                <a16:creationId xmlns:a16="http://schemas.microsoft.com/office/drawing/2014/main" id="{61A39C88-11F5-4EDC-B4D9-AE2E457823B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294114" y="3638434"/>
            <a:ext cx="206217" cy="206217"/>
          </a:xfrm>
          <a:prstGeom prst="rect">
            <a:avLst/>
          </a:prstGeom>
        </p:spPr>
      </p:pic>
      <p:sp>
        <p:nvSpPr>
          <p:cNvPr id="104" name="文本框 103">
            <a:extLst>
              <a:ext uri="{FF2B5EF4-FFF2-40B4-BE49-F238E27FC236}">
                <a16:creationId xmlns:a16="http://schemas.microsoft.com/office/drawing/2014/main" id="{24D76DD3-8F30-43E2-93AF-8ED36AA8068E}"/>
              </a:ext>
            </a:extLst>
          </p:cNvPr>
          <p:cNvSpPr txBox="1"/>
          <p:nvPr/>
        </p:nvSpPr>
        <p:spPr>
          <a:xfrm>
            <a:off x="2824070" y="1797475"/>
            <a:ext cx="7395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</a:rPr>
              <a:t>测量框架</a:t>
            </a: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C2055DD4-21BC-4F12-934A-63D7256F6B6A}"/>
              </a:ext>
            </a:extLst>
          </p:cNvPr>
          <p:cNvSpPr txBox="1"/>
          <p:nvPr/>
        </p:nvSpPr>
        <p:spPr>
          <a:xfrm>
            <a:off x="5231175" y="1797475"/>
            <a:ext cx="7395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</a:rPr>
              <a:t>区块链系统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0065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94FF796-0F90-41CF-A054-BA6619795955}"/>
              </a:ext>
            </a:extLst>
          </p:cNvPr>
          <p:cNvSpPr/>
          <p:nvPr/>
        </p:nvSpPr>
        <p:spPr>
          <a:xfrm>
            <a:off x="112736" y="1308100"/>
            <a:ext cx="475989" cy="1898565"/>
          </a:xfrm>
          <a:prstGeom prst="rect">
            <a:avLst/>
          </a:prstGeom>
          <a:solidFill>
            <a:srgbClr val="96C37D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研究内容一：批量任务测量框架的引入对区块链系统通信时延的影响</a:t>
            </a:r>
            <a:r>
              <a:rPr lang="en-US" altLang="zh-CN" sz="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8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111DE41C-0A3E-4532-BFE2-549B68302469}"/>
              </a:ext>
            </a:extLst>
          </p:cNvPr>
          <p:cNvSpPr/>
          <p:nvPr/>
        </p:nvSpPr>
        <p:spPr>
          <a:xfrm>
            <a:off x="757908" y="787230"/>
            <a:ext cx="5430975" cy="523380"/>
          </a:xfrm>
          <a:prstGeom prst="rect">
            <a:avLst/>
          </a:prstGeom>
          <a:solidFill>
            <a:srgbClr val="9AC9DB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项目名称：基于区块参数调整和任务聚合的区块链集群批量通信时延优化研究</a:t>
            </a:r>
          </a:p>
        </p:txBody>
      </p:sp>
      <p:sp>
        <p:nvSpPr>
          <p:cNvPr id="9" name="矩形: 圆顶角 8">
            <a:extLst>
              <a:ext uri="{FF2B5EF4-FFF2-40B4-BE49-F238E27FC236}">
                <a16:creationId xmlns:a16="http://schemas.microsoft.com/office/drawing/2014/main" id="{20434DB4-9F0A-4883-96F4-F6C9DA18EB39}"/>
              </a:ext>
            </a:extLst>
          </p:cNvPr>
          <p:cNvSpPr/>
          <p:nvPr/>
        </p:nvSpPr>
        <p:spPr>
          <a:xfrm>
            <a:off x="751564" y="1535489"/>
            <a:ext cx="1897684" cy="490598"/>
          </a:xfrm>
          <a:prstGeom prst="round2Same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基于集群测量的技术方法</a:t>
            </a:r>
          </a:p>
        </p:txBody>
      </p:sp>
      <p:sp>
        <p:nvSpPr>
          <p:cNvPr id="115" name="矩形: 圆顶角 114">
            <a:extLst>
              <a:ext uri="{FF2B5EF4-FFF2-40B4-BE49-F238E27FC236}">
                <a16:creationId xmlns:a16="http://schemas.microsoft.com/office/drawing/2014/main" id="{F348E4AA-05D3-4DA0-8620-22CBC16B2DBA}"/>
              </a:ext>
            </a:extLst>
          </p:cNvPr>
          <p:cNvSpPr/>
          <p:nvPr/>
        </p:nvSpPr>
        <p:spPr>
          <a:xfrm rot="10800000">
            <a:off x="751562" y="2052184"/>
            <a:ext cx="1897686" cy="979111"/>
          </a:xfrm>
          <a:prstGeom prst="round2Same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: 圆顶角 120">
            <a:extLst>
              <a:ext uri="{FF2B5EF4-FFF2-40B4-BE49-F238E27FC236}">
                <a16:creationId xmlns:a16="http://schemas.microsoft.com/office/drawing/2014/main" id="{823ADCF0-E84A-4AEA-8F4E-699CF2EC87E0}"/>
              </a:ext>
            </a:extLst>
          </p:cNvPr>
          <p:cNvSpPr/>
          <p:nvPr/>
        </p:nvSpPr>
        <p:spPr>
          <a:xfrm>
            <a:off x="4458922" y="1535490"/>
            <a:ext cx="1723614" cy="490598"/>
          </a:xfrm>
          <a:prstGeom prst="round2Same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基于集群测量的理论方法</a:t>
            </a:r>
          </a:p>
        </p:txBody>
      </p:sp>
      <p:sp>
        <p:nvSpPr>
          <p:cNvPr id="122" name="矩形: 圆顶角 121">
            <a:extLst>
              <a:ext uri="{FF2B5EF4-FFF2-40B4-BE49-F238E27FC236}">
                <a16:creationId xmlns:a16="http://schemas.microsoft.com/office/drawing/2014/main" id="{62257335-1409-4789-9D99-82E2BFF500CE}"/>
              </a:ext>
            </a:extLst>
          </p:cNvPr>
          <p:cNvSpPr/>
          <p:nvPr/>
        </p:nvSpPr>
        <p:spPr>
          <a:xfrm rot="10800000">
            <a:off x="4458919" y="2052185"/>
            <a:ext cx="1723614" cy="979111"/>
          </a:xfrm>
          <a:prstGeom prst="round2Same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矩形: 圆顶角 122">
            <a:extLst>
              <a:ext uri="{FF2B5EF4-FFF2-40B4-BE49-F238E27FC236}">
                <a16:creationId xmlns:a16="http://schemas.microsoft.com/office/drawing/2014/main" id="{9C8F8862-E568-4C92-8591-68016E7D4687}"/>
              </a:ext>
            </a:extLst>
          </p:cNvPr>
          <p:cNvSpPr/>
          <p:nvPr/>
        </p:nvSpPr>
        <p:spPr>
          <a:xfrm>
            <a:off x="2859852" y="1535489"/>
            <a:ext cx="1331147" cy="490598"/>
          </a:xfrm>
          <a:prstGeom prst="round2Same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目的</a:t>
            </a:r>
          </a:p>
        </p:txBody>
      </p:sp>
      <p:sp>
        <p:nvSpPr>
          <p:cNvPr id="124" name="矩形: 圆顶角 123">
            <a:extLst>
              <a:ext uri="{FF2B5EF4-FFF2-40B4-BE49-F238E27FC236}">
                <a16:creationId xmlns:a16="http://schemas.microsoft.com/office/drawing/2014/main" id="{95C34818-025C-494F-BF10-99E7DBADD3ED}"/>
              </a:ext>
            </a:extLst>
          </p:cNvPr>
          <p:cNvSpPr/>
          <p:nvPr/>
        </p:nvSpPr>
        <p:spPr>
          <a:xfrm rot="10800000">
            <a:off x="2859849" y="2052185"/>
            <a:ext cx="1331150" cy="979111"/>
          </a:xfrm>
          <a:prstGeom prst="round2Same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2275AA5A-5C1C-4E31-B04C-C4C5BCD1981E}"/>
              </a:ext>
            </a:extLst>
          </p:cNvPr>
          <p:cNvSpPr/>
          <p:nvPr/>
        </p:nvSpPr>
        <p:spPr>
          <a:xfrm>
            <a:off x="112735" y="3669693"/>
            <a:ext cx="475989" cy="1841326"/>
          </a:xfrm>
          <a:prstGeom prst="rect">
            <a:avLst/>
          </a:prstGeom>
          <a:solidFill>
            <a:srgbClr val="BEB8DC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研究内容二：批量到达任务的参数对区块链系统通信时延的影响</a:t>
            </a:r>
          </a:p>
        </p:txBody>
      </p:sp>
      <p:sp>
        <p:nvSpPr>
          <p:cNvPr id="126" name="矩形: 圆顶角 125">
            <a:extLst>
              <a:ext uri="{FF2B5EF4-FFF2-40B4-BE49-F238E27FC236}">
                <a16:creationId xmlns:a16="http://schemas.microsoft.com/office/drawing/2014/main" id="{36DE4E40-985A-4717-9FBB-BBE90AEEBAB3}"/>
              </a:ext>
            </a:extLst>
          </p:cNvPr>
          <p:cNvSpPr/>
          <p:nvPr/>
        </p:nvSpPr>
        <p:spPr>
          <a:xfrm>
            <a:off x="751563" y="3259416"/>
            <a:ext cx="2108284" cy="532094"/>
          </a:xfrm>
          <a:prstGeom prst="round2SameRect">
            <a:avLst/>
          </a:prstGeom>
          <a:solidFill>
            <a:srgbClr val="DEDB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研究内容二的技术方法</a:t>
            </a:r>
          </a:p>
        </p:txBody>
      </p:sp>
      <p:sp>
        <p:nvSpPr>
          <p:cNvPr id="127" name="矩形: 圆顶角 126">
            <a:extLst>
              <a:ext uri="{FF2B5EF4-FFF2-40B4-BE49-F238E27FC236}">
                <a16:creationId xmlns:a16="http://schemas.microsoft.com/office/drawing/2014/main" id="{2136635F-C52A-4763-A990-B7D33F3AC091}"/>
              </a:ext>
            </a:extLst>
          </p:cNvPr>
          <p:cNvSpPr/>
          <p:nvPr/>
        </p:nvSpPr>
        <p:spPr>
          <a:xfrm rot="10800000">
            <a:off x="751557" y="3791502"/>
            <a:ext cx="2108290" cy="2208723"/>
          </a:xfrm>
          <a:prstGeom prst="round2Same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矩形: 圆顶角 127">
            <a:extLst>
              <a:ext uri="{FF2B5EF4-FFF2-40B4-BE49-F238E27FC236}">
                <a16:creationId xmlns:a16="http://schemas.microsoft.com/office/drawing/2014/main" id="{1A8243F2-2DDF-46E6-A9D1-584E869998B3}"/>
              </a:ext>
            </a:extLst>
          </p:cNvPr>
          <p:cNvSpPr/>
          <p:nvPr/>
        </p:nvSpPr>
        <p:spPr>
          <a:xfrm>
            <a:off x="4615049" y="3251554"/>
            <a:ext cx="1042039" cy="539956"/>
          </a:xfrm>
          <a:prstGeom prst="round2SameRect">
            <a:avLst/>
          </a:prstGeom>
          <a:solidFill>
            <a:srgbClr val="DEDB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研究内容二的理论方法</a:t>
            </a:r>
          </a:p>
        </p:txBody>
      </p:sp>
      <p:sp>
        <p:nvSpPr>
          <p:cNvPr id="129" name="矩形: 圆顶角 128">
            <a:extLst>
              <a:ext uri="{FF2B5EF4-FFF2-40B4-BE49-F238E27FC236}">
                <a16:creationId xmlns:a16="http://schemas.microsoft.com/office/drawing/2014/main" id="{9941ADE7-B8DF-46A7-AE40-666145E1B848}"/>
              </a:ext>
            </a:extLst>
          </p:cNvPr>
          <p:cNvSpPr/>
          <p:nvPr/>
        </p:nvSpPr>
        <p:spPr>
          <a:xfrm rot="10800000">
            <a:off x="4615044" y="3791503"/>
            <a:ext cx="1042044" cy="1628414"/>
          </a:xfrm>
          <a:prstGeom prst="round2Same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1BA66F80-0AF0-4A40-A1C1-351297143957}"/>
              </a:ext>
            </a:extLst>
          </p:cNvPr>
          <p:cNvSpPr/>
          <p:nvPr/>
        </p:nvSpPr>
        <p:spPr>
          <a:xfrm>
            <a:off x="127350" y="6098429"/>
            <a:ext cx="475989" cy="1841326"/>
          </a:xfrm>
          <a:prstGeom prst="rect">
            <a:avLst/>
          </a:prstGeom>
          <a:solidFill>
            <a:srgbClr val="F2A398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研究内容三：批量任务参数突变对区块链系统通信时延的影响</a:t>
            </a:r>
          </a:p>
        </p:txBody>
      </p:sp>
      <p:sp>
        <p:nvSpPr>
          <p:cNvPr id="131" name="矩形: 圆顶角 130">
            <a:extLst>
              <a:ext uri="{FF2B5EF4-FFF2-40B4-BE49-F238E27FC236}">
                <a16:creationId xmlns:a16="http://schemas.microsoft.com/office/drawing/2014/main" id="{962463D9-FA83-4699-B32A-9DED371B4FC4}"/>
              </a:ext>
            </a:extLst>
          </p:cNvPr>
          <p:cNvSpPr/>
          <p:nvPr/>
        </p:nvSpPr>
        <p:spPr>
          <a:xfrm>
            <a:off x="766177" y="6268579"/>
            <a:ext cx="2077231" cy="490598"/>
          </a:xfrm>
          <a:prstGeom prst="round2SameRect">
            <a:avLst/>
          </a:prstGeom>
          <a:solidFill>
            <a:srgbClr val="FBE4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研究内容三的技术方法</a:t>
            </a:r>
          </a:p>
        </p:txBody>
      </p:sp>
      <p:sp>
        <p:nvSpPr>
          <p:cNvPr id="132" name="矩形: 圆顶角 131">
            <a:extLst>
              <a:ext uri="{FF2B5EF4-FFF2-40B4-BE49-F238E27FC236}">
                <a16:creationId xmlns:a16="http://schemas.microsoft.com/office/drawing/2014/main" id="{E7A27ACA-44D0-4C47-B5EE-8515E601915F}"/>
              </a:ext>
            </a:extLst>
          </p:cNvPr>
          <p:cNvSpPr/>
          <p:nvPr/>
        </p:nvSpPr>
        <p:spPr>
          <a:xfrm rot="10800000">
            <a:off x="766172" y="6785273"/>
            <a:ext cx="2080724" cy="1209376"/>
          </a:xfrm>
          <a:prstGeom prst="round2Same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矩形: 圆顶角 132">
            <a:extLst>
              <a:ext uri="{FF2B5EF4-FFF2-40B4-BE49-F238E27FC236}">
                <a16:creationId xmlns:a16="http://schemas.microsoft.com/office/drawing/2014/main" id="{30DDDF56-A3C6-444A-AA24-76AE0F45BEDD}"/>
              </a:ext>
            </a:extLst>
          </p:cNvPr>
          <p:cNvSpPr/>
          <p:nvPr/>
        </p:nvSpPr>
        <p:spPr>
          <a:xfrm>
            <a:off x="3063836" y="6268580"/>
            <a:ext cx="1723614" cy="490598"/>
          </a:xfrm>
          <a:prstGeom prst="round2SameRect">
            <a:avLst/>
          </a:prstGeom>
          <a:solidFill>
            <a:srgbClr val="FBE4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目的</a:t>
            </a:r>
          </a:p>
        </p:txBody>
      </p:sp>
      <p:sp>
        <p:nvSpPr>
          <p:cNvPr id="134" name="矩形: 圆顶角 133">
            <a:extLst>
              <a:ext uri="{FF2B5EF4-FFF2-40B4-BE49-F238E27FC236}">
                <a16:creationId xmlns:a16="http://schemas.microsoft.com/office/drawing/2014/main" id="{1DD15F9B-FFDD-43F0-AC16-961A25A354AD}"/>
              </a:ext>
            </a:extLst>
          </p:cNvPr>
          <p:cNvSpPr/>
          <p:nvPr/>
        </p:nvSpPr>
        <p:spPr>
          <a:xfrm rot="10800000">
            <a:off x="3063829" y="6785276"/>
            <a:ext cx="1713535" cy="1125664"/>
          </a:xfrm>
          <a:prstGeom prst="round2Same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矩形: 圆顶角 134">
            <a:extLst>
              <a:ext uri="{FF2B5EF4-FFF2-40B4-BE49-F238E27FC236}">
                <a16:creationId xmlns:a16="http://schemas.microsoft.com/office/drawing/2014/main" id="{E3441A24-3EAE-4814-82A4-B7C4AB2FCB99}"/>
              </a:ext>
            </a:extLst>
          </p:cNvPr>
          <p:cNvSpPr/>
          <p:nvPr/>
        </p:nvSpPr>
        <p:spPr>
          <a:xfrm>
            <a:off x="5022844" y="6268579"/>
            <a:ext cx="1713534" cy="490598"/>
          </a:xfrm>
          <a:prstGeom prst="round2SameRect">
            <a:avLst/>
          </a:prstGeom>
          <a:solidFill>
            <a:srgbClr val="FBE4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研究内容三的理论方法</a:t>
            </a:r>
          </a:p>
        </p:txBody>
      </p:sp>
      <p:sp>
        <p:nvSpPr>
          <p:cNvPr id="136" name="矩形: 圆顶角 135">
            <a:extLst>
              <a:ext uri="{FF2B5EF4-FFF2-40B4-BE49-F238E27FC236}">
                <a16:creationId xmlns:a16="http://schemas.microsoft.com/office/drawing/2014/main" id="{F2697921-8D6E-4854-8F6C-F1A088C9EDA4}"/>
              </a:ext>
            </a:extLst>
          </p:cNvPr>
          <p:cNvSpPr/>
          <p:nvPr/>
        </p:nvSpPr>
        <p:spPr>
          <a:xfrm rot="10800000">
            <a:off x="5022843" y="6785273"/>
            <a:ext cx="1713533" cy="1139104"/>
          </a:xfrm>
          <a:prstGeom prst="round2Same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5660FB-DAE2-43CA-AED9-962C35689B0F}"/>
              </a:ext>
            </a:extLst>
          </p:cNvPr>
          <p:cNvSpPr/>
          <p:nvPr/>
        </p:nvSpPr>
        <p:spPr>
          <a:xfrm>
            <a:off x="839158" y="2117649"/>
            <a:ext cx="834112" cy="228255"/>
          </a:xfrm>
          <a:prstGeom prst="rect">
            <a:avLst/>
          </a:prstGeom>
          <a:solidFill>
            <a:srgbClr val="E8F3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拓扑结构设计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E9A9BC2-C352-4AC9-8650-CCCAE1B3E2B2}"/>
              </a:ext>
            </a:extLst>
          </p:cNvPr>
          <p:cNvSpPr/>
          <p:nvPr/>
        </p:nvSpPr>
        <p:spPr>
          <a:xfrm>
            <a:off x="839158" y="2403655"/>
            <a:ext cx="926142" cy="228255"/>
          </a:xfrm>
          <a:prstGeom prst="rect">
            <a:avLst/>
          </a:prstGeom>
          <a:solidFill>
            <a:srgbClr val="E8F3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资源容器化管理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F0CB86-9099-4A04-A05A-06BD6B9C782E}"/>
              </a:ext>
            </a:extLst>
          </p:cNvPr>
          <p:cNvSpPr/>
          <p:nvPr/>
        </p:nvSpPr>
        <p:spPr>
          <a:xfrm>
            <a:off x="2932567" y="2137002"/>
            <a:ext cx="1139867" cy="228255"/>
          </a:xfrm>
          <a:prstGeom prst="rect">
            <a:avLst/>
          </a:prstGeom>
          <a:solidFill>
            <a:srgbClr val="E8F3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降低额外通信时延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410883C-0E89-437C-9090-B3A2ED52A676}"/>
              </a:ext>
            </a:extLst>
          </p:cNvPr>
          <p:cNvSpPr/>
          <p:nvPr/>
        </p:nvSpPr>
        <p:spPr>
          <a:xfrm>
            <a:off x="839158" y="2703013"/>
            <a:ext cx="926142" cy="228255"/>
          </a:xfrm>
          <a:prstGeom prst="rect">
            <a:avLst/>
          </a:prstGeom>
          <a:solidFill>
            <a:srgbClr val="E8F3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系统时钟同步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814F081-8010-4EC8-86CE-E19309743F48}"/>
              </a:ext>
            </a:extLst>
          </p:cNvPr>
          <p:cNvSpPr/>
          <p:nvPr/>
        </p:nvSpPr>
        <p:spPr>
          <a:xfrm>
            <a:off x="2945996" y="2710494"/>
            <a:ext cx="1139867" cy="228255"/>
          </a:xfrm>
          <a:prstGeom prst="rect">
            <a:avLst/>
          </a:prstGeom>
          <a:solidFill>
            <a:srgbClr val="E8F3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准确测量任务时延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2D2AD78-B221-4E24-A0AA-0F558765163F}"/>
              </a:ext>
            </a:extLst>
          </p:cNvPr>
          <p:cNvSpPr/>
          <p:nvPr/>
        </p:nvSpPr>
        <p:spPr>
          <a:xfrm>
            <a:off x="4606083" y="2714593"/>
            <a:ext cx="1412759" cy="228255"/>
          </a:xfrm>
          <a:prstGeom prst="rect">
            <a:avLst/>
          </a:prstGeom>
          <a:solidFill>
            <a:srgbClr val="E8F3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网络性能指标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07B624B-0114-40A5-8199-797174235FC9}"/>
              </a:ext>
            </a:extLst>
          </p:cNvPr>
          <p:cNvSpPr/>
          <p:nvPr/>
        </p:nvSpPr>
        <p:spPr>
          <a:xfrm>
            <a:off x="1825757" y="2129080"/>
            <a:ext cx="653092" cy="267601"/>
          </a:xfrm>
          <a:prstGeom prst="rect">
            <a:avLst/>
          </a:prstGeom>
          <a:solidFill>
            <a:srgbClr val="E8F3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批量任务异步生成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A91A341-C42E-4254-9499-1D5F032B9EC3}"/>
              </a:ext>
            </a:extLst>
          </p:cNvPr>
          <p:cNvSpPr/>
          <p:nvPr/>
        </p:nvSpPr>
        <p:spPr>
          <a:xfrm>
            <a:off x="1820387" y="2687708"/>
            <a:ext cx="674276" cy="243560"/>
          </a:xfrm>
          <a:prstGeom prst="rect">
            <a:avLst/>
          </a:prstGeom>
          <a:solidFill>
            <a:srgbClr val="E8F3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每个任务同步测量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1AFD5BD-A787-4DE7-9720-4556655BA51C}"/>
              </a:ext>
            </a:extLst>
          </p:cNvPr>
          <p:cNvSpPr/>
          <p:nvPr/>
        </p:nvSpPr>
        <p:spPr>
          <a:xfrm>
            <a:off x="4606083" y="2106112"/>
            <a:ext cx="1412759" cy="228255"/>
          </a:xfrm>
          <a:prstGeom prst="rect">
            <a:avLst/>
          </a:prstGeom>
          <a:solidFill>
            <a:srgbClr val="E8F3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排队理论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BFB4EC0-60DB-40C0-942A-16F3FA9C9ED4}"/>
              </a:ext>
            </a:extLst>
          </p:cNvPr>
          <p:cNvSpPr/>
          <p:nvPr/>
        </p:nvSpPr>
        <p:spPr>
          <a:xfrm>
            <a:off x="4620285" y="2374727"/>
            <a:ext cx="1398557" cy="228255"/>
          </a:xfrm>
          <a:prstGeom prst="rect">
            <a:avLst/>
          </a:prstGeom>
          <a:solidFill>
            <a:srgbClr val="E8F3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用户到达分布特征</a:t>
            </a:r>
          </a:p>
        </p:txBody>
      </p:sp>
      <p:sp>
        <p:nvSpPr>
          <p:cNvPr id="37" name="Arrow: Left 86">
            <a:extLst>
              <a:ext uri="{FF2B5EF4-FFF2-40B4-BE49-F238E27FC236}">
                <a16:creationId xmlns:a16="http://schemas.microsoft.com/office/drawing/2014/main" id="{7952EAA4-3220-447F-9FBF-7F3845EF6FD8}"/>
              </a:ext>
            </a:extLst>
          </p:cNvPr>
          <p:cNvSpPr/>
          <p:nvPr/>
        </p:nvSpPr>
        <p:spPr>
          <a:xfrm>
            <a:off x="4810628" y="7641988"/>
            <a:ext cx="210600" cy="104418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865B73B-A961-400B-8FF0-731D2E327391}"/>
              </a:ext>
            </a:extLst>
          </p:cNvPr>
          <p:cNvSpPr/>
          <p:nvPr/>
        </p:nvSpPr>
        <p:spPr>
          <a:xfrm>
            <a:off x="2938917" y="2391002"/>
            <a:ext cx="1133517" cy="228255"/>
          </a:xfrm>
          <a:prstGeom prst="rect">
            <a:avLst/>
          </a:prstGeom>
          <a:solidFill>
            <a:srgbClr val="E8F3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合理稳定生成任务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31E4D76-FE1C-4E87-A337-5F7D9B1AF3DA}"/>
              </a:ext>
            </a:extLst>
          </p:cNvPr>
          <p:cNvSpPr/>
          <p:nvPr/>
        </p:nvSpPr>
        <p:spPr>
          <a:xfrm>
            <a:off x="4537627" y="2685286"/>
            <a:ext cx="1568810" cy="28940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E2BEBBA-E02C-47D4-833A-16B673058B89}"/>
              </a:ext>
            </a:extLst>
          </p:cNvPr>
          <p:cNvSpPr/>
          <p:nvPr/>
        </p:nvSpPr>
        <p:spPr>
          <a:xfrm>
            <a:off x="787841" y="2081411"/>
            <a:ext cx="1804088" cy="57230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5FC4EF4-47FB-478C-8694-9CCB266B5B0C}"/>
              </a:ext>
            </a:extLst>
          </p:cNvPr>
          <p:cNvSpPr/>
          <p:nvPr/>
        </p:nvSpPr>
        <p:spPr>
          <a:xfrm>
            <a:off x="787429" y="2688718"/>
            <a:ext cx="1804089" cy="2765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A1B7DA8-8A4E-41CD-A6C5-8392C97B99C0}"/>
              </a:ext>
            </a:extLst>
          </p:cNvPr>
          <p:cNvSpPr/>
          <p:nvPr/>
        </p:nvSpPr>
        <p:spPr>
          <a:xfrm>
            <a:off x="2885509" y="2088575"/>
            <a:ext cx="1254691" cy="56513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4CD855E-2F23-400A-9C44-679010DA07E2}"/>
              </a:ext>
            </a:extLst>
          </p:cNvPr>
          <p:cNvSpPr/>
          <p:nvPr/>
        </p:nvSpPr>
        <p:spPr>
          <a:xfrm>
            <a:off x="2885509" y="2691185"/>
            <a:ext cx="1254691" cy="27366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9A75562-7793-4DA5-96C4-334F195A96B3}"/>
              </a:ext>
            </a:extLst>
          </p:cNvPr>
          <p:cNvSpPr/>
          <p:nvPr/>
        </p:nvSpPr>
        <p:spPr>
          <a:xfrm>
            <a:off x="4536067" y="2087676"/>
            <a:ext cx="1570370" cy="55636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Arrow: Left 86">
            <a:extLst>
              <a:ext uri="{FF2B5EF4-FFF2-40B4-BE49-F238E27FC236}">
                <a16:creationId xmlns:a16="http://schemas.microsoft.com/office/drawing/2014/main" id="{9CE18064-4BC3-45B7-8A14-1A2487D5F2E5}"/>
              </a:ext>
            </a:extLst>
          </p:cNvPr>
          <p:cNvSpPr/>
          <p:nvPr/>
        </p:nvSpPr>
        <p:spPr>
          <a:xfrm rot="10800000">
            <a:off x="2649248" y="2291656"/>
            <a:ext cx="210600" cy="104418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Arrow: Left 86">
            <a:extLst>
              <a:ext uri="{FF2B5EF4-FFF2-40B4-BE49-F238E27FC236}">
                <a16:creationId xmlns:a16="http://schemas.microsoft.com/office/drawing/2014/main" id="{B1EA96C6-4C86-4185-8EF1-B36AFDA2E1AC}"/>
              </a:ext>
            </a:extLst>
          </p:cNvPr>
          <p:cNvSpPr/>
          <p:nvPr/>
        </p:nvSpPr>
        <p:spPr>
          <a:xfrm rot="10800000">
            <a:off x="2655455" y="2755991"/>
            <a:ext cx="210600" cy="104418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" name="Arrow: Left 86">
            <a:extLst>
              <a:ext uri="{FF2B5EF4-FFF2-40B4-BE49-F238E27FC236}">
                <a16:creationId xmlns:a16="http://schemas.microsoft.com/office/drawing/2014/main" id="{26787FF7-C19C-4FCA-8B7E-DBBB9BC46A24}"/>
              </a:ext>
            </a:extLst>
          </p:cNvPr>
          <p:cNvSpPr/>
          <p:nvPr/>
        </p:nvSpPr>
        <p:spPr>
          <a:xfrm>
            <a:off x="4231350" y="2299237"/>
            <a:ext cx="210600" cy="104418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8" name="Arrow: Left 86">
            <a:extLst>
              <a:ext uri="{FF2B5EF4-FFF2-40B4-BE49-F238E27FC236}">
                <a16:creationId xmlns:a16="http://schemas.microsoft.com/office/drawing/2014/main" id="{9F7E3476-14E2-4370-90A8-13509239FBDF}"/>
              </a:ext>
            </a:extLst>
          </p:cNvPr>
          <p:cNvSpPr/>
          <p:nvPr/>
        </p:nvSpPr>
        <p:spPr>
          <a:xfrm>
            <a:off x="4227084" y="2776483"/>
            <a:ext cx="210600" cy="104418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6A190CB-56BE-481B-A17E-7D4CEC39DD05}"/>
              </a:ext>
            </a:extLst>
          </p:cNvPr>
          <p:cNvSpPr/>
          <p:nvPr/>
        </p:nvSpPr>
        <p:spPr>
          <a:xfrm>
            <a:off x="839157" y="3871848"/>
            <a:ext cx="1856025" cy="228255"/>
          </a:xfrm>
          <a:prstGeom prst="rect">
            <a:avLst/>
          </a:prstGeom>
          <a:solidFill>
            <a:srgbClr val="EDEB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测量框架低负荷测试</a:t>
            </a:r>
          </a:p>
        </p:txBody>
      </p:sp>
      <p:sp>
        <p:nvSpPr>
          <p:cNvPr id="50" name="矩形: 圆顶角 49">
            <a:extLst>
              <a:ext uri="{FF2B5EF4-FFF2-40B4-BE49-F238E27FC236}">
                <a16:creationId xmlns:a16="http://schemas.microsoft.com/office/drawing/2014/main" id="{8F069157-33CB-4901-88B3-FED141F4E19C}"/>
              </a:ext>
            </a:extLst>
          </p:cNvPr>
          <p:cNvSpPr/>
          <p:nvPr/>
        </p:nvSpPr>
        <p:spPr>
          <a:xfrm>
            <a:off x="3084699" y="3257904"/>
            <a:ext cx="1292618" cy="539956"/>
          </a:xfrm>
          <a:prstGeom prst="round2SameRect">
            <a:avLst/>
          </a:prstGeom>
          <a:solidFill>
            <a:srgbClr val="DEDB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目的</a:t>
            </a:r>
          </a:p>
        </p:txBody>
      </p:sp>
      <p:sp>
        <p:nvSpPr>
          <p:cNvPr id="51" name="矩形: 圆顶角 50">
            <a:extLst>
              <a:ext uri="{FF2B5EF4-FFF2-40B4-BE49-F238E27FC236}">
                <a16:creationId xmlns:a16="http://schemas.microsoft.com/office/drawing/2014/main" id="{61B7E2F7-34F3-4DB8-BE68-97824FB6CFB0}"/>
              </a:ext>
            </a:extLst>
          </p:cNvPr>
          <p:cNvSpPr/>
          <p:nvPr/>
        </p:nvSpPr>
        <p:spPr>
          <a:xfrm rot="10800000">
            <a:off x="3084693" y="3797850"/>
            <a:ext cx="1292623" cy="1667599"/>
          </a:xfrm>
          <a:prstGeom prst="round2Same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FCBB3B8-9ED6-43D4-8D0A-D784EC02711C}"/>
              </a:ext>
            </a:extLst>
          </p:cNvPr>
          <p:cNvSpPr/>
          <p:nvPr/>
        </p:nvSpPr>
        <p:spPr>
          <a:xfrm>
            <a:off x="3199219" y="3872829"/>
            <a:ext cx="1000794" cy="228255"/>
          </a:xfrm>
          <a:prstGeom prst="rect">
            <a:avLst/>
          </a:prstGeom>
          <a:solidFill>
            <a:srgbClr val="EDEB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降低额外通信时延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4BCD491-8F26-4F0B-BE2A-EB375860A001}"/>
              </a:ext>
            </a:extLst>
          </p:cNvPr>
          <p:cNvSpPr/>
          <p:nvPr/>
        </p:nvSpPr>
        <p:spPr>
          <a:xfrm>
            <a:off x="3199219" y="4143859"/>
            <a:ext cx="1000794" cy="228255"/>
          </a:xfrm>
          <a:prstGeom prst="rect">
            <a:avLst/>
          </a:prstGeom>
          <a:solidFill>
            <a:srgbClr val="EDEB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合理稳定生成任务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3134B8E-A685-4609-A200-3651086B5544}"/>
              </a:ext>
            </a:extLst>
          </p:cNvPr>
          <p:cNvSpPr/>
          <p:nvPr/>
        </p:nvSpPr>
        <p:spPr>
          <a:xfrm>
            <a:off x="855360" y="4135349"/>
            <a:ext cx="1839821" cy="228255"/>
          </a:xfrm>
          <a:prstGeom prst="rect">
            <a:avLst/>
          </a:prstGeom>
          <a:solidFill>
            <a:srgbClr val="EDEB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分布式测量框架低负荷测试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0168FF1-F12B-4FDB-A084-82357B30B160}"/>
              </a:ext>
            </a:extLst>
          </p:cNvPr>
          <p:cNvSpPr/>
          <p:nvPr/>
        </p:nvSpPr>
        <p:spPr>
          <a:xfrm>
            <a:off x="1866534" y="4433454"/>
            <a:ext cx="834112" cy="425675"/>
          </a:xfrm>
          <a:prstGeom prst="rect">
            <a:avLst/>
          </a:prstGeom>
          <a:solidFill>
            <a:srgbClr val="EDEB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区块链单个服务节点高负荷测试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3B59288-21AD-442C-A2B8-EF83435038AD}"/>
              </a:ext>
            </a:extLst>
          </p:cNvPr>
          <p:cNvSpPr/>
          <p:nvPr/>
        </p:nvSpPr>
        <p:spPr>
          <a:xfrm>
            <a:off x="1866534" y="4965543"/>
            <a:ext cx="834112" cy="425675"/>
          </a:xfrm>
          <a:prstGeom prst="rect">
            <a:avLst/>
          </a:prstGeom>
          <a:solidFill>
            <a:srgbClr val="EDEB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控制批量任务特征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B95A23A-5E55-4F8D-8D92-DCA946625C12}"/>
              </a:ext>
            </a:extLst>
          </p:cNvPr>
          <p:cNvSpPr/>
          <p:nvPr/>
        </p:nvSpPr>
        <p:spPr>
          <a:xfrm>
            <a:off x="4718357" y="3907869"/>
            <a:ext cx="834112" cy="418696"/>
          </a:xfrm>
          <a:prstGeom prst="rect">
            <a:avLst/>
          </a:prstGeom>
          <a:solidFill>
            <a:srgbClr val="EDEB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测量批量任务通信时延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8856211-B7B2-434F-96D3-F004F501876F}"/>
              </a:ext>
            </a:extLst>
          </p:cNvPr>
          <p:cNvSpPr/>
          <p:nvPr/>
        </p:nvSpPr>
        <p:spPr>
          <a:xfrm>
            <a:off x="4718357" y="4845063"/>
            <a:ext cx="834112" cy="425675"/>
          </a:xfrm>
          <a:prstGeom prst="rect">
            <a:avLst/>
          </a:prstGeom>
          <a:solidFill>
            <a:srgbClr val="EDEB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计算系统最大吞吐量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B726DE9-A912-4CBE-B24D-8E475FD95A6C}"/>
              </a:ext>
            </a:extLst>
          </p:cNvPr>
          <p:cNvSpPr/>
          <p:nvPr/>
        </p:nvSpPr>
        <p:spPr>
          <a:xfrm>
            <a:off x="916081" y="4965543"/>
            <a:ext cx="834112" cy="425675"/>
          </a:xfrm>
          <a:prstGeom prst="rect">
            <a:avLst/>
          </a:prstGeom>
          <a:solidFill>
            <a:srgbClr val="EDEB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控制区块参数特征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591563D-05D1-4EF5-AEF2-48254FF80532}"/>
              </a:ext>
            </a:extLst>
          </p:cNvPr>
          <p:cNvSpPr/>
          <p:nvPr/>
        </p:nvSpPr>
        <p:spPr>
          <a:xfrm>
            <a:off x="3213242" y="4572000"/>
            <a:ext cx="986771" cy="804311"/>
          </a:xfrm>
          <a:prstGeom prst="rect">
            <a:avLst/>
          </a:prstGeom>
          <a:solidFill>
            <a:srgbClr val="EDEB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分析批量任务对系统通信时延的影响机制，并构建性能模型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3223C17-1981-42AE-BEA3-32293017A823}"/>
              </a:ext>
            </a:extLst>
          </p:cNvPr>
          <p:cNvSpPr/>
          <p:nvPr/>
        </p:nvSpPr>
        <p:spPr>
          <a:xfrm>
            <a:off x="1861071" y="5482553"/>
            <a:ext cx="834112" cy="425675"/>
          </a:xfrm>
          <a:prstGeom prst="rect">
            <a:avLst/>
          </a:prstGeom>
          <a:solidFill>
            <a:srgbClr val="EDEB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控制任务聚合粒度</a:t>
            </a:r>
          </a:p>
        </p:txBody>
      </p:sp>
      <p:sp>
        <p:nvSpPr>
          <p:cNvPr id="63" name="箭头: 下弧形 62">
            <a:extLst>
              <a:ext uri="{FF2B5EF4-FFF2-40B4-BE49-F238E27FC236}">
                <a16:creationId xmlns:a16="http://schemas.microsoft.com/office/drawing/2014/main" id="{AAFC4700-CB88-487F-A001-F1B0BB11DCE8}"/>
              </a:ext>
            </a:extLst>
          </p:cNvPr>
          <p:cNvSpPr/>
          <p:nvPr/>
        </p:nvSpPr>
        <p:spPr>
          <a:xfrm rot="5125795">
            <a:off x="1369868" y="4557400"/>
            <a:ext cx="293264" cy="19127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4" name="箭头: 下弧形 63">
            <a:extLst>
              <a:ext uri="{FF2B5EF4-FFF2-40B4-BE49-F238E27FC236}">
                <a16:creationId xmlns:a16="http://schemas.microsoft.com/office/drawing/2014/main" id="{00FEE79C-76DB-445F-9C86-2A9A55C2DC51}"/>
              </a:ext>
            </a:extLst>
          </p:cNvPr>
          <p:cNvSpPr/>
          <p:nvPr/>
        </p:nvSpPr>
        <p:spPr>
          <a:xfrm rot="5125795">
            <a:off x="1396235" y="5595112"/>
            <a:ext cx="293264" cy="19127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ED18AA-5261-4498-8B04-56F194C2F479}"/>
              </a:ext>
            </a:extLst>
          </p:cNvPr>
          <p:cNvSpPr txBox="1"/>
          <p:nvPr/>
        </p:nvSpPr>
        <p:spPr>
          <a:xfrm>
            <a:off x="879379" y="4514438"/>
            <a:ext cx="6434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生成实现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D23E6A02-AD5A-48FB-93B5-D0C6B5B5D128}"/>
              </a:ext>
            </a:extLst>
          </p:cNvPr>
          <p:cNvSpPr txBox="1"/>
          <p:nvPr/>
        </p:nvSpPr>
        <p:spPr>
          <a:xfrm>
            <a:off x="904850" y="5540167"/>
            <a:ext cx="6434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参数调控</a:t>
            </a:r>
          </a:p>
        </p:txBody>
      </p:sp>
      <p:sp>
        <p:nvSpPr>
          <p:cNvPr id="67" name="Arrow: Left 86">
            <a:extLst>
              <a:ext uri="{FF2B5EF4-FFF2-40B4-BE49-F238E27FC236}">
                <a16:creationId xmlns:a16="http://schemas.microsoft.com/office/drawing/2014/main" id="{3D93F9F7-3024-48F5-8884-77A0152AD289}"/>
              </a:ext>
            </a:extLst>
          </p:cNvPr>
          <p:cNvSpPr/>
          <p:nvPr/>
        </p:nvSpPr>
        <p:spPr>
          <a:xfrm rot="10800000">
            <a:off x="2870406" y="4055547"/>
            <a:ext cx="210600" cy="104418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Arrow: Left 86">
            <a:extLst>
              <a:ext uri="{FF2B5EF4-FFF2-40B4-BE49-F238E27FC236}">
                <a16:creationId xmlns:a16="http://schemas.microsoft.com/office/drawing/2014/main" id="{74065154-AD4E-48E9-8B71-5BEFB746E466}"/>
              </a:ext>
            </a:extLst>
          </p:cNvPr>
          <p:cNvSpPr/>
          <p:nvPr/>
        </p:nvSpPr>
        <p:spPr>
          <a:xfrm rot="12671651">
            <a:off x="2858714" y="4823078"/>
            <a:ext cx="210600" cy="104418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9" name="Arrow: Left 86">
            <a:extLst>
              <a:ext uri="{FF2B5EF4-FFF2-40B4-BE49-F238E27FC236}">
                <a16:creationId xmlns:a16="http://schemas.microsoft.com/office/drawing/2014/main" id="{2D39DF63-629E-4344-8BDD-5798929C2A52}"/>
              </a:ext>
            </a:extLst>
          </p:cNvPr>
          <p:cNvSpPr/>
          <p:nvPr/>
        </p:nvSpPr>
        <p:spPr>
          <a:xfrm rot="8796069">
            <a:off x="2864922" y="5403590"/>
            <a:ext cx="210600" cy="104418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0" name="Arrow: Left 86">
            <a:extLst>
              <a:ext uri="{FF2B5EF4-FFF2-40B4-BE49-F238E27FC236}">
                <a16:creationId xmlns:a16="http://schemas.microsoft.com/office/drawing/2014/main" id="{92DC389B-EF5C-487C-A833-978ECB64F800}"/>
              </a:ext>
            </a:extLst>
          </p:cNvPr>
          <p:cNvSpPr/>
          <p:nvPr/>
        </p:nvSpPr>
        <p:spPr>
          <a:xfrm>
            <a:off x="4398387" y="4957487"/>
            <a:ext cx="210600" cy="104418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C37CC975-D860-43C2-9B36-AAFE002471EA}"/>
              </a:ext>
            </a:extLst>
          </p:cNvPr>
          <p:cNvSpPr/>
          <p:nvPr/>
        </p:nvSpPr>
        <p:spPr>
          <a:xfrm>
            <a:off x="4718357" y="4428738"/>
            <a:ext cx="834112" cy="326386"/>
          </a:xfrm>
          <a:prstGeom prst="rect">
            <a:avLst/>
          </a:prstGeom>
          <a:solidFill>
            <a:srgbClr val="EDEB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测量其他相关性能指标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1879B81D-F1A7-4CDC-B93F-B473C8D63D53}"/>
              </a:ext>
            </a:extLst>
          </p:cNvPr>
          <p:cNvSpPr/>
          <p:nvPr/>
        </p:nvSpPr>
        <p:spPr>
          <a:xfrm>
            <a:off x="797798" y="3827763"/>
            <a:ext cx="1967988" cy="57230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227D3E8-C7E3-44BF-8E31-575CCB96A62D}"/>
              </a:ext>
            </a:extLst>
          </p:cNvPr>
          <p:cNvSpPr/>
          <p:nvPr/>
        </p:nvSpPr>
        <p:spPr>
          <a:xfrm>
            <a:off x="3138640" y="3838557"/>
            <a:ext cx="1147353" cy="57230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C56D4BC4-54F9-473F-8D39-48D2A66200C9}"/>
              </a:ext>
            </a:extLst>
          </p:cNvPr>
          <p:cNvSpPr/>
          <p:nvPr/>
        </p:nvSpPr>
        <p:spPr>
          <a:xfrm>
            <a:off x="4679564" y="3849197"/>
            <a:ext cx="927485" cy="150458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Arrow: Left 86">
            <a:extLst>
              <a:ext uri="{FF2B5EF4-FFF2-40B4-BE49-F238E27FC236}">
                <a16:creationId xmlns:a16="http://schemas.microsoft.com/office/drawing/2014/main" id="{4B180359-C1D3-425F-B340-D69E685917B4}"/>
              </a:ext>
            </a:extLst>
          </p:cNvPr>
          <p:cNvSpPr/>
          <p:nvPr/>
        </p:nvSpPr>
        <p:spPr>
          <a:xfrm rot="16200000">
            <a:off x="1596793" y="3085026"/>
            <a:ext cx="210600" cy="104418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2808BDE8-66C7-45F5-BDD8-2C5D4199B99E}"/>
              </a:ext>
            </a:extLst>
          </p:cNvPr>
          <p:cNvSpPr txBox="1"/>
          <p:nvPr/>
        </p:nvSpPr>
        <p:spPr>
          <a:xfrm>
            <a:off x="1804585" y="3022158"/>
            <a:ext cx="8446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测量框架支持</a:t>
            </a:r>
          </a:p>
        </p:txBody>
      </p:sp>
      <p:sp>
        <p:nvSpPr>
          <p:cNvPr id="78" name="Arrow: Left 86">
            <a:extLst>
              <a:ext uri="{FF2B5EF4-FFF2-40B4-BE49-F238E27FC236}">
                <a16:creationId xmlns:a16="http://schemas.microsoft.com/office/drawing/2014/main" id="{EA4C0882-4A74-4668-9AF4-DE48DAC3C8BB}"/>
              </a:ext>
            </a:extLst>
          </p:cNvPr>
          <p:cNvSpPr/>
          <p:nvPr/>
        </p:nvSpPr>
        <p:spPr>
          <a:xfrm rot="16200000">
            <a:off x="3279543" y="3091376"/>
            <a:ext cx="210600" cy="104418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8FC375FE-C6DE-42F9-B7F6-1D998B93798A}"/>
              </a:ext>
            </a:extLst>
          </p:cNvPr>
          <p:cNvSpPr txBox="1"/>
          <p:nvPr/>
        </p:nvSpPr>
        <p:spPr>
          <a:xfrm>
            <a:off x="3487335" y="3022158"/>
            <a:ext cx="8446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参数调控支持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B844530A-6359-46D1-B21B-5E9C7A0323DF}"/>
              </a:ext>
            </a:extLst>
          </p:cNvPr>
          <p:cNvSpPr/>
          <p:nvPr/>
        </p:nvSpPr>
        <p:spPr>
          <a:xfrm>
            <a:off x="839158" y="6862991"/>
            <a:ext cx="1510342" cy="293105"/>
          </a:xfrm>
          <a:prstGeom prst="rect">
            <a:avLst/>
          </a:prstGeom>
          <a:solidFill>
            <a:srgbClr val="FDEF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分布式测量框架低负荷测试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2147160-D3D4-48BE-97F2-BC30AD93542C}"/>
              </a:ext>
            </a:extLst>
          </p:cNvPr>
          <p:cNvSpPr/>
          <p:nvPr/>
        </p:nvSpPr>
        <p:spPr>
          <a:xfrm>
            <a:off x="3129345" y="6842834"/>
            <a:ext cx="1510342" cy="293105"/>
          </a:xfrm>
          <a:prstGeom prst="rect">
            <a:avLst/>
          </a:prstGeom>
          <a:solidFill>
            <a:srgbClr val="FDEF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降低额外通信时延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1C87D808-C5BD-4709-BC34-81D737118D7E}"/>
              </a:ext>
            </a:extLst>
          </p:cNvPr>
          <p:cNvSpPr/>
          <p:nvPr/>
        </p:nvSpPr>
        <p:spPr>
          <a:xfrm>
            <a:off x="3129345" y="7168598"/>
            <a:ext cx="1510342" cy="293105"/>
          </a:xfrm>
          <a:prstGeom prst="rect">
            <a:avLst/>
          </a:prstGeom>
          <a:solidFill>
            <a:srgbClr val="FDEF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合理稳定生成任务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F0D1DC8D-879C-42B6-AF8B-DA4411D2D6E3}"/>
              </a:ext>
            </a:extLst>
          </p:cNvPr>
          <p:cNvSpPr/>
          <p:nvPr/>
        </p:nvSpPr>
        <p:spPr>
          <a:xfrm>
            <a:off x="5100311" y="6857152"/>
            <a:ext cx="1510342" cy="293105"/>
          </a:xfrm>
          <a:prstGeom prst="rect">
            <a:avLst/>
          </a:prstGeom>
          <a:solidFill>
            <a:srgbClr val="FDEF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性能模型生成应对批量任务突变的调控策略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842AF10F-3D32-4309-88CA-618F5F28C846}"/>
              </a:ext>
            </a:extLst>
          </p:cNvPr>
          <p:cNvSpPr/>
          <p:nvPr/>
        </p:nvSpPr>
        <p:spPr>
          <a:xfrm>
            <a:off x="5125711" y="7550353"/>
            <a:ext cx="1510342" cy="293105"/>
          </a:xfrm>
          <a:prstGeom prst="rect">
            <a:avLst/>
          </a:prstGeom>
          <a:solidFill>
            <a:srgbClr val="FDEF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根据调控策略，进行系统区块参数更新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A6949BF8-0DDD-462F-B33E-82ADF7C3D599}"/>
              </a:ext>
            </a:extLst>
          </p:cNvPr>
          <p:cNvSpPr/>
          <p:nvPr/>
        </p:nvSpPr>
        <p:spPr>
          <a:xfrm>
            <a:off x="3129345" y="7547645"/>
            <a:ext cx="1510342" cy="293105"/>
          </a:xfrm>
          <a:prstGeom prst="rect">
            <a:avLst/>
          </a:prstGeom>
          <a:solidFill>
            <a:srgbClr val="FDEF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实验验证调控策略高效性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F59B7950-BCB3-4524-B3D9-753AAC3345D1}"/>
              </a:ext>
            </a:extLst>
          </p:cNvPr>
          <p:cNvSpPr/>
          <p:nvPr/>
        </p:nvSpPr>
        <p:spPr>
          <a:xfrm>
            <a:off x="5109614" y="7198972"/>
            <a:ext cx="1510342" cy="293105"/>
          </a:xfrm>
          <a:prstGeom prst="rect">
            <a:avLst/>
          </a:prstGeom>
          <a:solidFill>
            <a:srgbClr val="FDEF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调控策略的理论可行性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15F0288B-913E-4302-B63D-CA708FCFCF11}"/>
              </a:ext>
            </a:extLst>
          </p:cNvPr>
          <p:cNvSpPr/>
          <p:nvPr/>
        </p:nvSpPr>
        <p:spPr>
          <a:xfrm>
            <a:off x="1474907" y="7258944"/>
            <a:ext cx="1272252" cy="293105"/>
          </a:xfrm>
          <a:prstGeom prst="rect">
            <a:avLst/>
          </a:prstGeom>
          <a:solidFill>
            <a:srgbClr val="FDEF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突变批量任务特征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C10D63BB-59DD-4840-81AA-0766D5033D83}"/>
              </a:ext>
            </a:extLst>
          </p:cNvPr>
          <p:cNvSpPr/>
          <p:nvPr/>
        </p:nvSpPr>
        <p:spPr>
          <a:xfrm>
            <a:off x="1481804" y="7617835"/>
            <a:ext cx="1265355" cy="293105"/>
          </a:xfrm>
          <a:prstGeom prst="rect">
            <a:avLst/>
          </a:prstGeom>
          <a:solidFill>
            <a:srgbClr val="FDEF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突变任务聚合粒度</a:t>
            </a:r>
          </a:p>
        </p:txBody>
      </p:sp>
      <p:sp>
        <p:nvSpPr>
          <p:cNvPr id="90" name="箭头: 下弧形 89">
            <a:extLst>
              <a:ext uri="{FF2B5EF4-FFF2-40B4-BE49-F238E27FC236}">
                <a16:creationId xmlns:a16="http://schemas.microsoft.com/office/drawing/2014/main" id="{37C1DBE8-FB16-4733-B702-E78F9201D54F}"/>
              </a:ext>
            </a:extLst>
          </p:cNvPr>
          <p:cNvSpPr/>
          <p:nvPr/>
        </p:nvSpPr>
        <p:spPr>
          <a:xfrm rot="5125795">
            <a:off x="1193786" y="7295067"/>
            <a:ext cx="293264" cy="19127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035A1CC2-AA36-4954-A48B-A51C203BE671}"/>
              </a:ext>
            </a:extLst>
          </p:cNvPr>
          <p:cNvSpPr txBox="1"/>
          <p:nvPr/>
        </p:nvSpPr>
        <p:spPr>
          <a:xfrm>
            <a:off x="702401" y="7240122"/>
            <a:ext cx="6434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参数调控</a:t>
            </a:r>
          </a:p>
        </p:txBody>
      </p:sp>
      <p:sp>
        <p:nvSpPr>
          <p:cNvPr id="92" name="箭头: 下弧形 91">
            <a:extLst>
              <a:ext uri="{FF2B5EF4-FFF2-40B4-BE49-F238E27FC236}">
                <a16:creationId xmlns:a16="http://schemas.microsoft.com/office/drawing/2014/main" id="{246C9EAA-F7FE-4906-8A93-D2EB258845F8}"/>
              </a:ext>
            </a:extLst>
          </p:cNvPr>
          <p:cNvSpPr/>
          <p:nvPr/>
        </p:nvSpPr>
        <p:spPr>
          <a:xfrm rot="5125795">
            <a:off x="1200136" y="7650667"/>
            <a:ext cx="293264" cy="19127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215C50C4-1306-4904-BBE4-08C7C4F9426D}"/>
              </a:ext>
            </a:extLst>
          </p:cNvPr>
          <p:cNvSpPr txBox="1"/>
          <p:nvPr/>
        </p:nvSpPr>
        <p:spPr>
          <a:xfrm>
            <a:off x="708751" y="7595722"/>
            <a:ext cx="6434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参数调控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AC34A535-0CA3-44B8-8A20-C8BC6D71CB52}"/>
              </a:ext>
            </a:extLst>
          </p:cNvPr>
          <p:cNvSpPr/>
          <p:nvPr/>
        </p:nvSpPr>
        <p:spPr>
          <a:xfrm>
            <a:off x="805437" y="6831987"/>
            <a:ext cx="1960349" cy="37978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64FFA53B-14D9-4450-9E83-B20E40F312BC}"/>
              </a:ext>
            </a:extLst>
          </p:cNvPr>
          <p:cNvSpPr/>
          <p:nvPr/>
        </p:nvSpPr>
        <p:spPr>
          <a:xfrm>
            <a:off x="3101869" y="6812298"/>
            <a:ext cx="1616488" cy="69882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Arrow: Left 86">
            <a:extLst>
              <a:ext uri="{FF2B5EF4-FFF2-40B4-BE49-F238E27FC236}">
                <a16:creationId xmlns:a16="http://schemas.microsoft.com/office/drawing/2014/main" id="{10DF25CC-B3E1-4236-B64D-E8590B6DC8E9}"/>
              </a:ext>
            </a:extLst>
          </p:cNvPr>
          <p:cNvSpPr/>
          <p:nvPr/>
        </p:nvSpPr>
        <p:spPr>
          <a:xfrm rot="10800000">
            <a:off x="2841760" y="6966883"/>
            <a:ext cx="210600" cy="104418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7" name="Arrow: Left 86">
            <a:extLst>
              <a:ext uri="{FF2B5EF4-FFF2-40B4-BE49-F238E27FC236}">
                <a16:creationId xmlns:a16="http://schemas.microsoft.com/office/drawing/2014/main" id="{D47E68EE-43F9-4BBA-8AF6-65E00524793B}"/>
              </a:ext>
            </a:extLst>
          </p:cNvPr>
          <p:cNvSpPr/>
          <p:nvPr/>
        </p:nvSpPr>
        <p:spPr>
          <a:xfrm rot="16200000">
            <a:off x="1679343" y="6088576"/>
            <a:ext cx="210600" cy="104418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A5E904F6-33AC-4EBC-9183-CB81B95F15E5}"/>
              </a:ext>
            </a:extLst>
          </p:cNvPr>
          <p:cNvSpPr txBox="1"/>
          <p:nvPr/>
        </p:nvSpPr>
        <p:spPr>
          <a:xfrm>
            <a:off x="1887135" y="6025708"/>
            <a:ext cx="8446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测量框架支持</a:t>
            </a:r>
          </a:p>
        </p:txBody>
      </p:sp>
      <p:sp>
        <p:nvSpPr>
          <p:cNvPr id="99" name="Arrow: Left 86">
            <a:extLst>
              <a:ext uri="{FF2B5EF4-FFF2-40B4-BE49-F238E27FC236}">
                <a16:creationId xmlns:a16="http://schemas.microsoft.com/office/drawing/2014/main" id="{62ED19B4-A936-456D-ACE0-681A0EBC561A}"/>
              </a:ext>
            </a:extLst>
          </p:cNvPr>
          <p:cNvSpPr/>
          <p:nvPr/>
        </p:nvSpPr>
        <p:spPr>
          <a:xfrm rot="16200000">
            <a:off x="3362093" y="6094926"/>
            <a:ext cx="210600" cy="104418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31C562A6-5D29-4FEE-BC28-612BA28B8FA6}"/>
              </a:ext>
            </a:extLst>
          </p:cNvPr>
          <p:cNvSpPr txBox="1"/>
          <p:nvPr/>
        </p:nvSpPr>
        <p:spPr>
          <a:xfrm>
            <a:off x="3569885" y="6025708"/>
            <a:ext cx="8446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参数调控支持</a:t>
            </a:r>
          </a:p>
        </p:txBody>
      </p:sp>
      <p:sp>
        <p:nvSpPr>
          <p:cNvPr id="101" name="Arrow: Left 86">
            <a:extLst>
              <a:ext uri="{FF2B5EF4-FFF2-40B4-BE49-F238E27FC236}">
                <a16:creationId xmlns:a16="http://schemas.microsoft.com/office/drawing/2014/main" id="{452AD422-C288-4E15-A519-41F0DAE94845}"/>
              </a:ext>
            </a:extLst>
          </p:cNvPr>
          <p:cNvSpPr/>
          <p:nvPr/>
        </p:nvSpPr>
        <p:spPr>
          <a:xfrm rot="10800000">
            <a:off x="4884281" y="7298087"/>
            <a:ext cx="210600" cy="104418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2" name="Arrow: Left 86">
            <a:extLst>
              <a:ext uri="{FF2B5EF4-FFF2-40B4-BE49-F238E27FC236}">
                <a16:creationId xmlns:a16="http://schemas.microsoft.com/office/drawing/2014/main" id="{AE34E3BC-C7B9-4B78-82D9-947E9FFA7D65}"/>
              </a:ext>
            </a:extLst>
          </p:cNvPr>
          <p:cNvSpPr/>
          <p:nvPr/>
        </p:nvSpPr>
        <p:spPr>
          <a:xfrm rot="10800000">
            <a:off x="4884281" y="6955187"/>
            <a:ext cx="210600" cy="104418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517BD131-7D74-45D4-A7FB-CC950C19B7C7}"/>
              </a:ext>
            </a:extLst>
          </p:cNvPr>
          <p:cNvSpPr txBox="1"/>
          <p:nvPr/>
        </p:nvSpPr>
        <p:spPr>
          <a:xfrm>
            <a:off x="4729198" y="7449660"/>
            <a:ext cx="8446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验证</a:t>
            </a: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F6534A19-23A9-420B-BA83-744C2C79F1FE}"/>
              </a:ext>
            </a:extLst>
          </p:cNvPr>
          <p:cNvSpPr txBox="1"/>
          <p:nvPr/>
        </p:nvSpPr>
        <p:spPr>
          <a:xfrm>
            <a:off x="4703380" y="6765232"/>
            <a:ext cx="8446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证明</a:t>
            </a: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4303B886-68B2-46B8-9FBB-72D07092CE96}"/>
              </a:ext>
            </a:extLst>
          </p:cNvPr>
          <p:cNvSpPr txBox="1"/>
          <p:nvPr/>
        </p:nvSpPr>
        <p:spPr>
          <a:xfrm>
            <a:off x="4703380" y="7107446"/>
            <a:ext cx="8446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证明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6B9FE1AE-FD3D-4222-BB0A-4E5B4E8ECF46}"/>
              </a:ext>
            </a:extLst>
          </p:cNvPr>
          <p:cNvSpPr txBox="1"/>
          <p:nvPr/>
        </p:nvSpPr>
        <p:spPr>
          <a:xfrm>
            <a:off x="4308129" y="4752000"/>
            <a:ext cx="479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构建</a:t>
            </a: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8BEE708E-5445-4332-BB07-79BAE82C6DB1}"/>
              </a:ext>
            </a:extLst>
          </p:cNvPr>
          <p:cNvSpPr txBox="1"/>
          <p:nvPr/>
        </p:nvSpPr>
        <p:spPr>
          <a:xfrm>
            <a:off x="4170081" y="2573410"/>
            <a:ext cx="479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指导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58E38BDC-7584-4897-B6F0-B84931570AB2}"/>
              </a:ext>
            </a:extLst>
          </p:cNvPr>
          <p:cNvSpPr txBox="1"/>
          <p:nvPr/>
        </p:nvSpPr>
        <p:spPr>
          <a:xfrm>
            <a:off x="4160365" y="2098748"/>
            <a:ext cx="479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指导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252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94FF796-0F90-41CF-A054-BA6619795955}"/>
              </a:ext>
            </a:extLst>
          </p:cNvPr>
          <p:cNvSpPr/>
          <p:nvPr/>
        </p:nvSpPr>
        <p:spPr>
          <a:xfrm>
            <a:off x="112736" y="1308100"/>
            <a:ext cx="475989" cy="1898565"/>
          </a:xfrm>
          <a:prstGeom prst="rect">
            <a:avLst/>
          </a:prstGeom>
          <a:solidFill>
            <a:srgbClr val="96C37D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研究内容一：批量任务测量框架的引入对区块链系统通信时延的影响</a:t>
            </a:r>
            <a:r>
              <a:rPr lang="en-US" altLang="zh-CN" sz="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8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111DE41C-0A3E-4532-BFE2-549B68302469}"/>
              </a:ext>
            </a:extLst>
          </p:cNvPr>
          <p:cNvSpPr/>
          <p:nvPr/>
        </p:nvSpPr>
        <p:spPr>
          <a:xfrm>
            <a:off x="757908" y="787230"/>
            <a:ext cx="5592788" cy="523380"/>
          </a:xfrm>
          <a:prstGeom prst="rect">
            <a:avLst/>
          </a:prstGeom>
          <a:solidFill>
            <a:srgbClr val="9AC9DB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项目名称：基于区块参数调整和任务聚合的区块链集群批量通信时延优化研究</a:t>
            </a:r>
          </a:p>
        </p:txBody>
      </p:sp>
      <p:sp>
        <p:nvSpPr>
          <p:cNvPr id="9" name="矩形: 圆顶角 8">
            <a:extLst>
              <a:ext uri="{FF2B5EF4-FFF2-40B4-BE49-F238E27FC236}">
                <a16:creationId xmlns:a16="http://schemas.microsoft.com/office/drawing/2014/main" id="{20434DB4-9F0A-4883-96F4-F6C9DA18EB39}"/>
              </a:ext>
            </a:extLst>
          </p:cNvPr>
          <p:cNvSpPr/>
          <p:nvPr/>
        </p:nvSpPr>
        <p:spPr>
          <a:xfrm>
            <a:off x="751564" y="1535489"/>
            <a:ext cx="1897684" cy="490598"/>
          </a:xfrm>
          <a:prstGeom prst="round2Same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基于集群测量的技术方法</a:t>
            </a:r>
          </a:p>
        </p:txBody>
      </p:sp>
      <p:sp>
        <p:nvSpPr>
          <p:cNvPr id="115" name="矩形: 圆顶角 114">
            <a:extLst>
              <a:ext uri="{FF2B5EF4-FFF2-40B4-BE49-F238E27FC236}">
                <a16:creationId xmlns:a16="http://schemas.microsoft.com/office/drawing/2014/main" id="{F348E4AA-05D3-4DA0-8620-22CBC16B2DBA}"/>
              </a:ext>
            </a:extLst>
          </p:cNvPr>
          <p:cNvSpPr/>
          <p:nvPr/>
        </p:nvSpPr>
        <p:spPr>
          <a:xfrm rot="10800000">
            <a:off x="751562" y="2052184"/>
            <a:ext cx="1897686" cy="979111"/>
          </a:xfrm>
          <a:prstGeom prst="round2Same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: 圆顶角 120">
            <a:extLst>
              <a:ext uri="{FF2B5EF4-FFF2-40B4-BE49-F238E27FC236}">
                <a16:creationId xmlns:a16="http://schemas.microsoft.com/office/drawing/2014/main" id="{823ADCF0-E84A-4AEA-8F4E-699CF2EC87E0}"/>
              </a:ext>
            </a:extLst>
          </p:cNvPr>
          <p:cNvSpPr/>
          <p:nvPr/>
        </p:nvSpPr>
        <p:spPr>
          <a:xfrm>
            <a:off x="4458922" y="1535490"/>
            <a:ext cx="1891774" cy="490598"/>
          </a:xfrm>
          <a:prstGeom prst="round2Same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基于集群测量的理论方法</a:t>
            </a:r>
          </a:p>
        </p:txBody>
      </p:sp>
      <p:sp>
        <p:nvSpPr>
          <p:cNvPr id="122" name="矩形: 圆顶角 121">
            <a:extLst>
              <a:ext uri="{FF2B5EF4-FFF2-40B4-BE49-F238E27FC236}">
                <a16:creationId xmlns:a16="http://schemas.microsoft.com/office/drawing/2014/main" id="{62257335-1409-4789-9D99-82E2BFF500CE}"/>
              </a:ext>
            </a:extLst>
          </p:cNvPr>
          <p:cNvSpPr/>
          <p:nvPr/>
        </p:nvSpPr>
        <p:spPr>
          <a:xfrm rot="10800000">
            <a:off x="4458919" y="2052184"/>
            <a:ext cx="1891774" cy="979111"/>
          </a:xfrm>
          <a:prstGeom prst="round2Same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矩形: 圆顶角 122">
            <a:extLst>
              <a:ext uri="{FF2B5EF4-FFF2-40B4-BE49-F238E27FC236}">
                <a16:creationId xmlns:a16="http://schemas.microsoft.com/office/drawing/2014/main" id="{9C8F8862-E568-4C92-8591-68016E7D4687}"/>
              </a:ext>
            </a:extLst>
          </p:cNvPr>
          <p:cNvSpPr/>
          <p:nvPr/>
        </p:nvSpPr>
        <p:spPr>
          <a:xfrm>
            <a:off x="2859852" y="1535489"/>
            <a:ext cx="1331147" cy="490598"/>
          </a:xfrm>
          <a:prstGeom prst="round2Same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目的</a:t>
            </a:r>
          </a:p>
        </p:txBody>
      </p:sp>
      <p:sp>
        <p:nvSpPr>
          <p:cNvPr id="124" name="矩形: 圆顶角 123">
            <a:extLst>
              <a:ext uri="{FF2B5EF4-FFF2-40B4-BE49-F238E27FC236}">
                <a16:creationId xmlns:a16="http://schemas.microsoft.com/office/drawing/2014/main" id="{95C34818-025C-494F-BF10-99E7DBADD3ED}"/>
              </a:ext>
            </a:extLst>
          </p:cNvPr>
          <p:cNvSpPr/>
          <p:nvPr/>
        </p:nvSpPr>
        <p:spPr>
          <a:xfrm rot="10800000">
            <a:off x="2859849" y="2052185"/>
            <a:ext cx="1331150" cy="979111"/>
          </a:xfrm>
          <a:prstGeom prst="round2Same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2275AA5A-5C1C-4E31-B04C-C4C5BCD1981E}"/>
              </a:ext>
            </a:extLst>
          </p:cNvPr>
          <p:cNvSpPr/>
          <p:nvPr/>
        </p:nvSpPr>
        <p:spPr>
          <a:xfrm>
            <a:off x="112735" y="3776373"/>
            <a:ext cx="475989" cy="1841326"/>
          </a:xfrm>
          <a:prstGeom prst="rect">
            <a:avLst/>
          </a:prstGeom>
          <a:solidFill>
            <a:srgbClr val="BEB8DC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研究内容二：批量到达任务的参数对区块链系统通信时延的影响</a:t>
            </a:r>
          </a:p>
        </p:txBody>
      </p:sp>
      <p:sp>
        <p:nvSpPr>
          <p:cNvPr id="126" name="矩形: 圆顶角 125">
            <a:extLst>
              <a:ext uri="{FF2B5EF4-FFF2-40B4-BE49-F238E27FC236}">
                <a16:creationId xmlns:a16="http://schemas.microsoft.com/office/drawing/2014/main" id="{36DE4E40-985A-4717-9FBB-BBE90AEEBAB3}"/>
              </a:ext>
            </a:extLst>
          </p:cNvPr>
          <p:cNvSpPr/>
          <p:nvPr/>
        </p:nvSpPr>
        <p:spPr>
          <a:xfrm>
            <a:off x="751563" y="3366096"/>
            <a:ext cx="2108284" cy="532094"/>
          </a:xfrm>
          <a:prstGeom prst="round2SameRect">
            <a:avLst/>
          </a:prstGeom>
          <a:solidFill>
            <a:srgbClr val="DEDB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研究内容二的技术方法</a:t>
            </a:r>
          </a:p>
        </p:txBody>
      </p:sp>
      <p:sp>
        <p:nvSpPr>
          <p:cNvPr id="127" name="矩形: 圆顶角 126">
            <a:extLst>
              <a:ext uri="{FF2B5EF4-FFF2-40B4-BE49-F238E27FC236}">
                <a16:creationId xmlns:a16="http://schemas.microsoft.com/office/drawing/2014/main" id="{2136635F-C52A-4763-A990-B7D33F3AC091}"/>
              </a:ext>
            </a:extLst>
          </p:cNvPr>
          <p:cNvSpPr/>
          <p:nvPr/>
        </p:nvSpPr>
        <p:spPr>
          <a:xfrm rot="10800000">
            <a:off x="751557" y="3898182"/>
            <a:ext cx="2108290" cy="2208723"/>
          </a:xfrm>
          <a:prstGeom prst="round2Same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矩形: 圆顶角 127">
            <a:extLst>
              <a:ext uri="{FF2B5EF4-FFF2-40B4-BE49-F238E27FC236}">
                <a16:creationId xmlns:a16="http://schemas.microsoft.com/office/drawing/2014/main" id="{1A8243F2-2DDF-46E6-A9D1-584E869998B3}"/>
              </a:ext>
            </a:extLst>
          </p:cNvPr>
          <p:cNvSpPr/>
          <p:nvPr/>
        </p:nvSpPr>
        <p:spPr>
          <a:xfrm>
            <a:off x="4615049" y="3358234"/>
            <a:ext cx="1564127" cy="539956"/>
          </a:xfrm>
          <a:prstGeom prst="round2SameRect">
            <a:avLst/>
          </a:prstGeom>
          <a:solidFill>
            <a:srgbClr val="DEDB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研究内容二的理论方法</a:t>
            </a:r>
          </a:p>
        </p:txBody>
      </p:sp>
      <p:sp>
        <p:nvSpPr>
          <p:cNvPr id="129" name="矩形: 圆顶角 128">
            <a:extLst>
              <a:ext uri="{FF2B5EF4-FFF2-40B4-BE49-F238E27FC236}">
                <a16:creationId xmlns:a16="http://schemas.microsoft.com/office/drawing/2014/main" id="{9941ADE7-B8DF-46A7-AE40-666145E1B848}"/>
              </a:ext>
            </a:extLst>
          </p:cNvPr>
          <p:cNvSpPr/>
          <p:nvPr/>
        </p:nvSpPr>
        <p:spPr>
          <a:xfrm rot="10800000">
            <a:off x="4615040" y="3898183"/>
            <a:ext cx="1569837" cy="1628414"/>
          </a:xfrm>
          <a:prstGeom prst="round2Same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1BA66F80-0AF0-4A40-A1C1-351297143957}"/>
              </a:ext>
            </a:extLst>
          </p:cNvPr>
          <p:cNvSpPr/>
          <p:nvPr/>
        </p:nvSpPr>
        <p:spPr>
          <a:xfrm>
            <a:off x="127350" y="6205109"/>
            <a:ext cx="475989" cy="1841326"/>
          </a:xfrm>
          <a:prstGeom prst="rect">
            <a:avLst/>
          </a:prstGeom>
          <a:solidFill>
            <a:srgbClr val="F2A398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研究内容三：批量任务参数突变对区块链系统通信时延的影响</a:t>
            </a:r>
          </a:p>
        </p:txBody>
      </p:sp>
      <p:sp>
        <p:nvSpPr>
          <p:cNvPr id="131" name="矩形: 圆顶角 130">
            <a:extLst>
              <a:ext uri="{FF2B5EF4-FFF2-40B4-BE49-F238E27FC236}">
                <a16:creationId xmlns:a16="http://schemas.microsoft.com/office/drawing/2014/main" id="{962463D9-FA83-4699-B32A-9DED371B4FC4}"/>
              </a:ext>
            </a:extLst>
          </p:cNvPr>
          <p:cNvSpPr/>
          <p:nvPr/>
        </p:nvSpPr>
        <p:spPr>
          <a:xfrm>
            <a:off x="766178" y="6375259"/>
            <a:ext cx="1825340" cy="490598"/>
          </a:xfrm>
          <a:prstGeom prst="round2SameRect">
            <a:avLst/>
          </a:prstGeom>
          <a:solidFill>
            <a:srgbClr val="FBE4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研究内容三的技术方法</a:t>
            </a:r>
          </a:p>
        </p:txBody>
      </p:sp>
      <p:sp>
        <p:nvSpPr>
          <p:cNvPr id="132" name="矩形: 圆顶角 131">
            <a:extLst>
              <a:ext uri="{FF2B5EF4-FFF2-40B4-BE49-F238E27FC236}">
                <a16:creationId xmlns:a16="http://schemas.microsoft.com/office/drawing/2014/main" id="{E7A27ACA-44D0-4C47-B5EE-8515E601915F}"/>
              </a:ext>
            </a:extLst>
          </p:cNvPr>
          <p:cNvSpPr/>
          <p:nvPr/>
        </p:nvSpPr>
        <p:spPr>
          <a:xfrm rot="10800000">
            <a:off x="766172" y="6891953"/>
            <a:ext cx="1825341" cy="1209376"/>
          </a:xfrm>
          <a:prstGeom prst="round2Same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矩形: 圆顶角 132">
            <a:extLst>
              <a:ext uri="{FF2B5EF4-FFF2-40B4-BE49-F238E27FC236}">
                <a16:creationId xmlns:a16="http://schemas.microsoft.com/office/drawing/2014/main" id="{30DDDF56-A3C6-444A-AA24-76AE0F45BEDD}"/>
              </a:ext>
            </a:extLst>
          </p:cNvPr>
          <p:cNvSpPr/>
          <p:nvPr/>
        </p:nvSpPr>
        <p:spPr>
          <a:xfrm>
            <a:off x="2789516" y="6375260"/>
            <a:ext cx="1636056" cy="490598"/>
          </a:xfrm>
          <a:prstGeom prst="round2SameRect">
            <a:avLst/>
          </a:prstGeom>
          <a:solidFill>
            <a:srgbClr val="FBE4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目的</a:t>
            </a:r>
          </a:p>
        </p:txBody>
      </p:sp>
      <p:sp>
        <p:nvSpPr>
          <p:cNvPr id="134" name="矩形: 圆顶角 133">
            <a:extLst>
              <a:ext uri="{FF2B5EF4-FFF2-40B4-BE49-F238E27FC236}">
                <a16:creationId xmlns:a16="http://schemas.microsoft.com/office/drawing/2014/main" id="{1DD15F9B-FFDD-43F0-AC16-961A25A354AD}"/>
              </a:ext>
            </a:extLst>
          </p:cNvPr>
          <p:cNvSpPr/>
          <p:nvPr/>
        </p:nvSpPr>
        <p:spPr>
          <a:xfrm rot="10800000">
            <a:off x="2789508" y="6891956"/>
            <a:ext cx="1626489" cy="1125664"/>
          </a:xfrm>
          <a:prstGeom prst="round2Same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矩形: 圆顶角 134">
            <a:extLst>
              <a:ext uri="{FF2B5EF4-FFF2-40B4-BE49-F238E27FC236}">
                <a16:creationId xmlns:a16="http://schemas.microsoft.com/office/drawing/2014/main" id="{E3441A24-3EAE-4814-82A4-B7C4AB2FCB99}"/>
              </a:ext>
            </a:extLst>
          </p:cNvPr>
          <p:cNvSpPr/>
          <p:nvPr/>
        </p:nvSpPr>
        <p:spPr>
          <a:xfrm>
            <a:off x="4659624" y="6375259"/>
            <a:ext cx="1713534" cy="490598"/>
          </a:xfrm>
          <a:prstGeom prst="round2SameRect">
            <a:avLst/>
          </a:prstGeom>
          <a:solidFill>
            <a:srgbClr val="FBE4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研究内容三的理论方法</a:t>
            </a:r>
          </a:p>
        </p:txBody>
      </p:sp>
      <p:sp>
        <p:nvSpPr>
          <p:cNvPr id="136" name="矩形: 圆顶角 135">
            <a:extLst>
              <a:ext uri="{FF2B5EF4-FFF2-40B4-BE49-F238E27FC236}">
                <a16:creationId xmlns:a16="http://schemas.microsoft.com/office/drawing/2014/main" id="{F2697921-8D6E-4854-8F6C-F1A088C9EDA4}"/>
              </a:ext>
            </a:extLst>
          </p:cNvPr>
          <p:cNvSpPr/>
          <p:nvPr/>
        </p:nvSpPr>
        <p:spPr>
          <a:xfrm rot="10800000">
            <a:off x="4659623" y="6891953"/>
            <a:ext cx="1713533" cy="1139104"/>
          </a:xfrm>
          <a:prstGeom prst="round2Same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5660FB-DAE2-43CA-AED9-962C35689B0F}"/>
              </a:ext>
            </a:extLst>
          </p:cNvPr>
          <p:cNvSpPr/>
          <p:nvPr/>
        </p:nvSpPr>
        <p:spPr>
          <a:xfrm>
            <a:off x="839158" y="2117649"/>
            <a:ext cx="834112" cy="228255"/>
          </a:xfrm>
          <a:prstGeom prst="rect">
            <a:avLst/>
          </a:prstGeom>
          <a:solidFill>
            <a:srgbClr val="E8F3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拓扑结构设计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E9A9BC2-C352-4AC9-8650-CCCAE1B3E2B2}"/>
              </a:ext>
            </a:extLst>
          </p:cNvPr>
          <p:cNvSpPr/>
          <p:nvPr/>
        </p:nvSpPr>
        <p:spPr>
          <a:xfrm>
            <a:off x="839158" y="2403655"/>
            <a:ext cx="926142" cy="228255"/>
          </a:xfrm>
          <a:prstGeom prst="rect">
            <a:avLst/>
          </a:prstGeom>
          <a:solidFill>
            <a:srgbClr val="E8F3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资源容器化管理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F0CB86-9099-4A04-A05A-06BD6B9C782E}"/>
              </a:ext>
            </a:extLst>
          </p:cNvPr>
          <p:cNvSpPr/>
          <p:nvPr/>
        </p:nvSpPr>
        <p:spPr>
          <a:xfrm>
            <a:off x="2932567" y="2137002"/>
            <a:ext cx="1139867" cy="228255"/>
          </a:xfrm>
          <a:prstGeom prst="rect">
            <a:avLst/>
          </a:prstGeom>
          <a:solidFill>
            <a:srgbClr val="E8F3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降低额外通信时延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410883C-0E89-437C-9090-B3A2ED52A676}"/>
              </a:ext>
            </a:extLst>
          </p:cNvPr>
          <p:cNvSpPr/>
          <p:nvPr/>
        </p:nvSpPr>
        <p:spPr>
          <a:xfrm>
            <a:off x="839158" y="2703013"/>
            <a:ext cx="926142" cy="228255"/>
          </a:xfrm>
          <a:prstGeom prst="rect">
            <a:avLst/>
          </a:prstGeom>
          <a:solidFill>
            <a:srgbClr val="E8F3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系统时钟同步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814F081-8010-4EC8-86CE-E19309743F48}"/>
              </a:ext>
            </a:extLst>
          </p:cNvPr>
          <p:cNvSpPr/>
          <p:nvPr/>
        </p:nvSpPr>
        <p:spPr>
          <a:xfrm>
            <a:off x="2945996" y="2710494"/>
            <a:ext cx="1139867" cy="228255"/>
          </a:xfrm>
          <a:prstGeom prst="rect">
            <a:avLst/>
          </a:prstGeom>
          <a:solidFill>
            <a:srgbClr val="E8F3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准确测量任务时延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2D2AD78-B221-4E24-A0AA-0F558765163F}"/>
              </a:ext>
            </a:extLst>
          </p:cNvPr>
          <p:cNvSpPr/>
          <p:nvPr/>
        </p:nvSpPr>
        <p:spPr>
          <a:xfrm>
            <a:off x="4606083" y="2714593"/>
            <a:ext cx="1641272" cy="228255"/>
          </a:xfrm>
          <a:prstGeom prst="rect">
            <a:avLst/>
          </a:prstGeom>
          <a:solidFill>
            <a:srgbClr val="E8F3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网络性能指标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07B624B-0114-40A5-8199-797174235FC9}"/>
              </a:ext>
            </a:extLst>
          </p:cNvPr>
          <p:cNvSpPr/>
          <p:nvPr/>
        </p:nvSpPr>
        <p:spPr>
          <a:xfrm>
            <a:off x="1825757" y="2129080"/>
            <a:ext cx="653092" cy="267601"/>
          </a:xfrm>
          <a:prstGeom prst="rect">
            <a:avLst/>
          </a:prstGeom>
          <a:solidFill>
            <a:srgbClr val="E8F3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批量任务异步生成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A91A341-C42E-4254-9499-1D5F032B9EC3}"/>
              </a:ext>
            </a:extLst>
          </p:cNvPr>
          <p:cNvSpPr/>
          <p:nvPr/>
        </p:nvSpPr>
        <p:spPr>
          <a:xfrm>
            <a:off x="1820387" y="2687708"/>
            <a:ext cx="674276" cy="243560"/>
          </a:xfrm>
          <a:prstGeom prst="rect">
            <a:avLst/>
          </a:prstGeom>
          <a:solidFill>
            <a:srgbClr val="E8F3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每个任务同步测量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1AFD5BD-A787-4DE7-9720-4556655BA51C}"/>
              </a:ext>
            </a:extLst>
          </p:cNvPr>
          <p:cNvSpPr/>
          <p:nvPr/>
        </p:nvSpPr>
        <p:spPr>
          <a:xfrm>
            <a:off x="4606083" y="2106112"/>
            <a:ext cx="1645538" cy="228255"/>
          </a:xfrm>
          <a:prstGeom prst="rect">
            <a:avLst/>
          </a:prstGeom>
          <a:solidFill>
            <a:srgbClr val="E8F3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排队理论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BFB4EC0-60DB-40C0-942A-16F3FA9C9ED4}"/>
              </a:ext>
            </a:extLst>
          </p:cNvPr>
          <p:cNvSpPr/>
          <p:nvPr/>
        </p:nvSpPr>
        <p:spPr>
          <a:xfrm>
            <a:off x="4606083" y="2374727"/>
            <a:ext cx="1645538" cy="228255"/>
          </a:xfrm>
          <a:prstGeom prst="rect">
            <a:avLst/>
          </a:prstGeom>
          <a:solidFill>
            <a:srgbClr val="E8F3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用户到达分布特征</a:t>
            </a:r>
          </a:p>
        </p:txBody>
      </p:sp>
      <p:sp>
        <p:nvSpPr>
          <p:cNvPr id="37" name="Arrow: Left 86">
            <a:extLst>
              <a:ext uri="{FF2B5EF4-FFF2-40B4-BE49-F238E27FC236}">
                <a16:creationId xmlns:a16="http://schemas.microsoft.com/office/drawing/2014/main" id="{7952EAA4-3220-447F-9FBF-7F3845EF6FD8}"/>
              </a:ext>
            </a:extLst>
          </p:cNvPr>
          <p:cNvSpPr/>
          <p:nvPr/>
        </p:nvSpPr>
        <p:spPr>
          <a:xfrm>
            <a:off x="4447408" y="7748668"/>
            <a:ext cx="199902" cy="104418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865B73B-A961-400B-8FF0-731D2E327391}"/>
              </a:ext>
            </a:extLst>
          </p:cNvPr>
          <p:cNvSpPr/>
          <p:nvPr/>
        </p:nvSpPr>
        <p:spPr>
          <a:xfrm>
            <a:off x="2938917" y="2391002"/>
            <a:ext cx="1133517" cy="228255"/>
          </a:xfrm>
          <a:prstGeom prst="rect">
            <a:avLst/>
          </a:prstGeom>
          <a:solidFill>
            <a:srgbClr val="E8F3E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合理稳定生成任务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31E4D76-FE1C-4E87-A337-5F7D9B1AF3DA}"/>
              </a:ext>
            </a:extLst>
          </p:cNvPr>
          <p:cNvSpPr/>
          <p:nvPr/>
        </p:nvSpPr>
        <p:spPr>
          <a:xfrm>
            <a:off x="4537627" y="2685286"/>
            <a:ext cx="1757752" cy="28940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E2BEBBA-E02C-47D4-833A-16B673058B89}"/>
              </a:ext>
            </a:extLst>
          </p:cNvPr>
          <p:cNvSpPr/>
          <p:nvPr/>
        </p:nvSpPr>
        <p:spPr>
          <a:xfrm>
            <a:off x="787841" y="2081411"/>
            <a:ext cx="1804088" cy="57230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5FC4EF4-47FB-478C-8694-9CCB266B5B0C}"/>
              </a:ext>
            </a:extLst>
          </p:cNvPr>
          <p:cNvSpPr/>
          <p:nvPr/>
        </p:nvSpPr>
        <p:spPr>
          <a:xfrm>
            <a:off x="787429" y="2688718"/>
            <a:ext cx="1804089" cy="2765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A1B7DA8-8A4E-41CD-A6C5-8392C97B99C0}"/>
              </a:ext>
            </a:extLst>
          </p:cNvPr>
          <p:cNvSpPr/>
          <p:nvPr/>
        </p:nvSpPr>
        <p:spPr>
          <a:xfrm>
            <a:off x="2885509" y="2088575"/>
            <a:ext cx="1254691" cy="56513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4CD855E-2F23-400A-9C44-679010DA07E2}"/>
              </a:ext>
            </a:extLst>
          </p:cNvPr>
          <p:cNvSpPr/>
          <p:nvPr/>
        </p:nvSpPr>
        <p:spPr>
          <a:xfrm>
            <a:off x="2885509" y="2691185"/>
            <a:ext cx="1254691" cy="27366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9A75562-7793-4DA5-96C4-334F195A96B3}"/>
              </a:ext>
            </a:extLst>
          </p:cNvPr>
          <p:cNvSpPr/>
          <p:nvPr/>
        </p:nvSpPr>
        <p:spPr>
          <a:xfrm>
            <a:off x="4536066" y="2087676"/>
            <a:ext cx="1759313" cy="55636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Arrow: Left 86">
            <a:extLst>
              <a:ext uri="{FF2B5EF4-FFF2-40B4-BE49-F238E27FC236}">
                <a16:creationId xmlns:a16="http://schemas.microsoft.com/office/drawing/2014/main" id="{9CE18064-4BC3-45B7-8A14-1A2487D5F2E5}"/>
              </a:ext>
            </a:extLst>
          </p:cNvPr>
          <p:cNvSpPr/>
          <p:nvPr/>
        </p:nvSpPr>
        <p:spPr>
          <a:xfrm rot="10800000">
            <a:off x="2649248" y="2291656"/>
            <a:ext cx="210600" cy="104418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Arrow: Left 86">
            <a:extLst>
              <a:ext uri="{FF2B5EF4-FFF2-40B4-BE49-F238E27FC236}">
                <a16:creationId xmlns:a16="http://schemas.microsoft.com/office/drawing/2014/main" id="{B1EA96C6-4C86-4185-8EF1-B36AFDA2E1AC}"/>
              </a:ext>
            </a:extLst>
          </p:cNvPr>
          <p:cNvSpPr/>
          <p:nvPr/>
        </p:nvSpPr>
        <p:spPr>
          <a:xfrm rot="10800000">
            <a:off x="2655455" y="2755991"/>
            <a:ext cx="210600" cy="104418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" name="Arrow: Left 86">
            <a:extLst>
              <a:ext uri="{FF2B5EF4-FFF2-40B4-BE49-F238E27FC236}">
                <a16:creationId xmlns:a16="http://schemas.microsoft.com/office/drawing/2014/main" id="{26787FF7-C19C-4FCA-8B7E-DBBB9BC46A24}"/>
              </a:ext>
            </a:extLst>
          </p:cNvPr>
          <p:cNvSpPr/>
          <p:nvPr/>
        </p:nvSpPr>
        <p:spPr>
          <a:xfrm>
            <a:off x="4231350" y="2299237"/>
            <a:ext cx="210600" cy="104418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8" name="Arrow: Left 86">
            <a:extLst>
              <a:ext uri="{FF2B5EF4-FFF2-40B4-BE49-F238E27FC236}">
                <a16:creationId xmlns:a16="http://schemas.microsoft.com/office/drawing/2014/main" id="{9F7E3476-14E2-4370-90A8-13509239FBDF}"/>
              </a:ext>
            </a:extLst>
          </p:cNvPr>
          <p:cNvSpPr/>
          <p:nvPr/>
        </p:nvSpPr>
        <p:spPr>
          <a:xfrm>
            <a:off x="4227084" y="2776483"/>
            <a:ext cx="210600" cy="104418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6A190CB-56BE-481B-A17E-7D4CEC39DD05}"/>
              </a:ext>
            </a:extLst>
          </p:cNvPr>
          <p:cNvSpPr/>
          <p:nvPr/>
        </p:nvSpPr>
        <p:spPr>
          <a:xfrm>
            <a:off x="839157" y="3978528"/>
            <a:ext cx="1856025" cy="228255"/>
          </a:xfrm>
          <a:prstGeom prst="rect">
            <a:avLst/>
          </a:prstGeom>
          <a:solidFill>
            <a:srgbClr val="EDEB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测量框架低负荷测试</a:t>
            </a:r>
          </a:p>
        </p:txBody>
      </p:sp>
      <p:sp>
        <p:nvSpPr>
          <p:cNvPr id="50" name="矩形: 圆顶角 49">
            <a:extLst>
              <a:ext uri="{FF2B5EF4-FFF2-40B4-BE49-F238E27FC236}">
                <a16:creationId xmlns:a16="http://schemas.microsoft.com/office/drawing/2014/main" id="{8F069157-33CB-4901-88B3-FED141F4E19C}"/>
              </a:ext>
            </a:extLst>
          </p:cNvPr>
          <p:cNvSpPr/>
          <p:nvPr/>
        </p:nvSpPr>
        <p:spPr>
          <a:xfrm>
            <a:off x="3084699" y="3364584"/>
            <a:ext cx="1292618" cy="539956"/>
          </a:xfrm>
          <a:prstGeom prst="round2SameRect">
            <a:avLst/>
          </a:prstGeom>
          <a:solidFill>
            <a:srgbClr val="DEDB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目的</a:t>
            </a:r>
          </a:p>
        </p:txBody>
      </p:sp>
      <p:sp>
        <p:nvSpPr>
          <p:cNvPr id="51" name="矩形: 圆顶角 50">
            <a:extLst>
              <a:ext uri="{FF2B5EF4-FFF2-40B4-BE49-F238E27FC236}">
                <a16:creationId xmlns:a16="http://schemas.microsoft.com/office/drawing/2014/main" id="{61B7E2F7-34F3-4DB8-BE68-97824FB6CFB0}"/>
              </a:ext>
            </a:extLst>
          </p:cNvPr>
          <p:cNvSpPr/>
          <p:nvPr/>
        </p:nvSpPr>
        <p:spPr>
          <a:xfrm rot="10800000">
            <a:off x="3084693" y="3904530"/>
            <a:ext cx="1292623" cy="1667599"/>
          </a:xfrm>
          <a:prstGeom prst="round2Same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FCBB3B8-9ED6-43D4-8D0A-D784EC02711C}"/>
              </a:ext>
            </a:extLst>
          </p:cNvPr>
          <p:cNvSpPr/>
          <p:nvPr/>
        </p:nvSpPr>
        <p:spPr>
          <a:xfrm>
            <a:off x="3199219" y="3979509"/>
            <a:ext cx="1000794" cy="228255"/>
          </a:xfrm>
          <a:prstGeom prst="rect">
            <a:avLst/>
          </a:prstGeom>
          <a:solidFill>
            <a:srgbClr val="EDEB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降低额外通信时延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4BCD491-8F26-4F0B-BE2A-EB375860A001}"/>
              </a:ext>
            </a:extLst>
          </p:cNvPr>
          <p:cNvSpPr/>
          <p:nvPr/>
        </p:nvSpPr>
        <p:spPr>
          <a:xfrm>
            <a:off x="3199219" y="4250539"/>
            <a:ext cx="1000794" cy="228255"/>
          </a:xfrm>
          <a:prstGeom prst="rect">
            <a:avLst/>
          </a:prstGeom>
          <a:solidFill>
            <a:srgbClr val="EDEB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合理稳定生成任务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3134B8E-A685-4609-A200-3651086B5544}"/>
              </a:ext>
            </a:extLst>
          </p:cNvPr>
          <p:cNvSpPr/>
          <p:nvPr/>
        </p:nvSpPr>
        <p:spPr>
          <a:xfrm>
            <a:off x="855360" y="4242029"/>
            <a:ext cx="1839821" cy="228255"/>
          </a:xfrm>
          <a:prstGeom prst="rect">
            <a:avLst/>
          </a:prstGeom>
          <a:solidFill>
            <a:srgbClr val="EDEB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分布式测量框架低负荷测试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0168FF1-F12B-4FDB-A084-82357B30B160}"/>
              </a:ext>
            </a:extLst>
          </p:cNvPr>
          <p:cNvSpPr/>
          <p:nvPr/>
        </p:nvSpPr>
        <p:spPr>
          <a:xfrm>
            <a:off x="1866534" y="4540134"/>
            <a:ext cx="834112" cy="425675"/>
          </a:xfrm>
          <a:prstGeom prst="rect">
            <a:avLst/>
          </a:prstGeom>
          <a:solidFill>
            <a:srgbClr val="EDEB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区块链单个服务节点高负荷测试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3B59288-21AD-442C-A2B8-EF83435038AD}"/>
              </a:ext>
            </a:extLst>
          </p:cNvPr>
          <p:cNvSpPr/>
          <p:nvPr/>
        </p:nvSpPr>
        <p:spPr>
          <a:xfrm>
            <a:off x="1866534" y="5072223"/>
            <a:ext cx="834112" cy="425675"/>
          </a:xfrm>
          <a:prstGeom prst="rect">
            <a:avLst/>
          </a:prstGeom>
          <a:solidFill>
            <a:srgbClr val="EDEB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控制批量任务特征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B95A23A-5E55-4F8D-8D92-DCA946625C12}"/>
              </a:ext>
            </a:extLst>
          </p:cNvPr>
          <p:cNvSpPr/>
          <p:nvPr/>
        </p:nvSpPr>
        <p:spPr>
          <a:xfrm>
            <a:off x="4737407" y="4014549"/>
            <a:ext cx="1322796" cy="418696"/>
          </a:xfrm>
          <a:prstGeom prst="rect">
            <a:avLst/>
          </a:prstGeom>
          <a:solidFill>
            <a:srgbClr val="EDEB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测量批量任务通信时延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8856211-B7B2-434F-96D3-F004F501876F}"/>
              </a:ext>
            </a:extLst>
          </p:cNvPr>
          <p:cNvSpPr/>
          <p:nvPr/>
        </p:nvSpPr>
        <p:spPr>
          <a:xfrm>
            <a:off x="4743757" y="4951743"/>
            <a:ext cx="1316446" cy="425675"/>
          </a:xfrm>
          <a:prstGeom prst="rect">
            <a:avLst/>
          </a:prstGeom>
          <a:solidFill>
            <a:srgbClr val="EDEB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计算系统最大吞吐量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B726DE9-A912-4CBE-B24D-8E475FD95A6C}"/>
              </a:ext>
            </a:extLst>
          </p:cNvPr>
          <p:cNvSpPr/>
          <p:nvPr/>
        </p:nvSpPr>
        <p:spPr>
          <a:xfrm>
            <a:off x="916081" y="5072223"/>
            <a:ext cx="834112" cy="425675"/>
          </a:xfrm>
          <a:prstGeom prst="rect">
            <a:avLst/>
          </a:prstGeom>
          <a:solidFill>
            <a:srgbClr val="EDEB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控制区块参数特征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591563D-05D1-4EF5-AEF2-48254FF80532}"/>
              </a:ext>
            </a:extLst>
          </p:cNvPr>
          <p:cNvSpPr/>
          <p:nvPr/>
        </p:nvSpPr>
        <p:spPr>
          <a:xfrm>
            <a:off x="3213242" y="4678680"/>
            <a:ext cx="986771" cy="804311"/>
          </a:xfrm>
          <a:prstGeom prst="rect">
            <a:avLst/>
          </a:prstGeom>
          <a:solidFill>
            <a:srgbClr val="EDEB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分析批量任务对系统通信时延的影响机制，并构建性能模型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3223C17-1981-42AE-BEA3-32293017A823}"/>
              </a:ext>
            </a:extLst>
          </p:cNvPr>
          <p:cNvSpPr/>
          <p:nvPr/>
        </p:nvSpPr>
        <p:spPr>
          <a:xfrm>
            <a:off x="1861071" y="5589233"/>
            <a:ext cx="834112" cy="425675"/>
          </a:xfrm>
          <a:prstGeom prst="rect">
            <a:avLst/>
          </a:prstGeom>
          <a:solidFill>
            <a:srgbClr val="EDEB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控制任务聚合粒度</a:t>
            </a:r>
          </a:p>
        </p:txBody>
      </p:sp>
      <p:sp>
        <p:nvSpPr>
          <p:cNvPr id="63" name="箭头: 下弧形 62">
            <a:extLst>
              <a:ext uri="{FF2B5EF4-FFF2-40B4-BE49-F238E27FC236}">
                <a16:creationId xmlns:a16="http://schemas.microsoft.com/office/drawing/2014/main" id="{AAFC4700-CB88-487F-A001-F1B0BB11DCE8}"/>
              </a:ext>
            </a:extLst>
          </p:cNvPr>
          <p:cNvSpPr/>
          <p:nvPr/>
        </p:nvSpPr>
        <p:spPr>
          <a:xfrm rot="5125795">
            <a:off x="1369868" y="4664080"/>
            <a:ext cx="293264" cy="19127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4" name="箭头: 下弧形 63">
            <a:extLst>
              <a:ext uri="{FF2B5EF4-FFF2-40B4-BE49-F238E27FC236}">
                <a16:creationId xmlns:a16="http://schemas.microsoft.com/office/drawing/2014/main" id="{00FEE79C-76DB-445F-9C86-2A9A55C2DC51}"/>
              </a:ext>
            </a:extLst>
          </p:cNvPr>
          <p:cNvSpPr/>
          <p:nvPr/>
        </p:nvSpPr>
        <p:spPr>
          <a:xfrm rot="5125795">
            <a:off x="1396235" y="5701792"/>
            <a:ext cx="293264" cy="19127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ED18AA-5261-4498-8B04-56F194C2F479}"/>
              </a:ext>
            </a:extLst>
          </p:cNvPr>
          <p:cNvSpPr txBox="1"/>
          <p:nvPr/>
        </p:nvSpPr>
        <p:spPr>
          <a:xfrm>
            <a:off x="879379" y="4621118"/>
            <a:ext cx="6434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生成实现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D23E6A02-AD5A-48FB-93B5-D0C6B5B5D128}"/>
              </a:ext>
            </a:extLst>
          </p:cNvPr>
          <p:cNvSpPr txBox="1"/>
          <p:nvPr/>
        </p:nvSpPr>
        <p:spPr>
          <a:xfrm>
            <a:off x="904850" y="5646847"/>
            <a:ext cx="6434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参数调控</a:t>
            </a:r>
          </a:p>
        </p:txBody>
      </p:sp>
      <p:sp>
        <p:nvSpPr>
          <p:cNvPr id="67" name="Arrow: Left 86">
            <a:extLst>
              <a:ext uri="{FF2B5EF4-FFF2-40B4-BE49-F238E27FC236}">
                <a16:creationId xmlns:a16="http://schemas.microsoft.com/office/drawing/2014/main" id="{3D93F9F7-3024-48F5-8884-77A0152AD289}"/>
              </a:ext>
            </a:extLst>
          </p:cNvPr>
          <p:cNvSpPr/>
          <p:nvPr/>
        </p:nvSpPr>
        <p:spPr>
          <a:xfrm rot="10800000">
            <a:off x="2870406" y="4162227"/>
            <a:ext cx="210600" cy="104418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Arrow: Left 86">
            <a:extLst>
              <a:ext uri="{FF2B5EF4-FFF2-40B4-BE49-F238E27FC236}">
                <a16:creationId xmlns:a16="http://schemas.microsoft.com/office/drawing/2014/main" id="{74065154-AD4E-48E9-8B71-5BEFB746E466}"/>
              </a:ext>
            </a:extLst>
          </p:cNvPr>
          <p:cNvSpPr/>
          <p:nvPr/>
        </p:nvSpPr>
        <p:spPr>
          <a:xfrm rot="12671651">
            <a:off x="2858714" y="4929758"/>
            <a:ext cx="210600" cy="104418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9" name="Arrow: Left 86">
            <a:extLst>
              <a:ext uri="{FF2B5EF4-FFF2-40B4-BE49-F238E27FC236}">
                <a16:creationId xmlns:a16="http://schemas.microsoft.com/office/drawing/2014/main" id="{2D39DF63-629E-4344-8BDD-5798929C2A52}"/>
              </a:ext>
            </a:extLst>
          </p:cNvPr>
          <p:cNvSpPr/>
          <p:nvPr/>
        </p:nvSpPr>
        <p:spPr>
          <a:xfrm rot="8796069">
            <a:off x="2864922" y="5510270"/>
            <a:ext cx="210600" cy="104418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0" name="Arrow: Left 86">
            <a:extLst>
              <a:ext uri="{FF2B5EF4-FFF2-40B4-BE49-F238E27FC236}">
                <a16:creationId xmlns:a16="http://schemas.microsoft.com/office/drawing/2014/main" id="{92DC389B-EF5C-487C-A833-978ECB64F800}"/>
              </a:ext>
            </a:extLst>
          </p:cNvPr>
          <p:cNvSpPr/>
          <p:nvPr/>
        </p:nvSpPr>
        <p:spPr>
          <a:xfrm>
            <a:off x="4398387" y="5064167"/>
            <a:ext cx="210600" cy="104418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C37CC975-D860-43C2-9B36-AAFE002471EA}"/>
              </a:ext>
            </a:extLst>
          </p:cNvPr>
          <p:cNvSpPr/>
          <p:nvPr/>
        </p:nvSpPr>
        <p:spPr>
          <a:xfrm>
            <a:off x="4743756" y="4535418"/>
            <a:ext cx="1316447" cy="326386"/>
          </a:xfrm>
          <a:prstGeom prst="rect">
            <a:avLst/>
          </a:prstGeom>
          <a:solidFill>
            <a:srgbClr val="EDEB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测量其他相关性能指标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1879B81D-F1A7-4CDC-B93F-B473C8D63D53}"/>
              </a:ext>
            </a:extLst>
          </p:cNvPr>
          <p:cNvSpPr/>
          <p:nvPr/>
        </p:nvSpPr>
        <p:spPr>
          <a:xfrm>
            <a:off x="797798" y="3934443"/>
            <a:ext cx="1967988" cy="57230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227D3E8-C7E3-44BF-8E31-575CCB96A62D}"/>
              </a:ext>
            </a:extLst>
          </p:cNvPr>
          <p:cNvSpPr/>
          <p:nvPr/>
        </p:nvSpPr>
        <p:spPr>
          <a:xfrm>
            <a:off x="3138640" y="3945237"/>
            <a:ext cx="1147353" cy="57230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C56D4BC4-54F9-473F-8D39-48D2A66200C9}"/>
              </a:ext>
            </a:extLst>
          </p:cNvPr>
          <p:cNvSpPr/>
          <p:nvPr/>
        </p:nvSpPr>
        <p:spPr>
          <a:xfrm>
            <a:off x="4704964" y="3924127"/>
            <a:ext cx="1401480" cy="150458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2808BDE8-66C7-45F5-BDD8-2C5D4199B99E}"/>
              </a:ext>
            </a:extLst>
          </p:cNvPr>
          <p:cNvSpPr txBox="1"/>
          <p:nvPr/>
        </p:nvSpPr>
        <p:spPr>
          <a:xfrm>
            <a:off x="910806" y="3069317"/>
            <a:ext cx="8446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b="1" dirty="0">
                <a:solidFill>
                  <a:schemeClr val="accent5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测量框架支持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8FC375FE-C6DE-42F9-B7F6-1D998B93798A}"/>
              </a:ext>
            </a:extLst>
          </p:cNvPr>
          <p:cNvSpPr txBox="1"/>
          <p:nvPr/>
        </p:nvSpPr>
        <p:spPr>
          <a:xfrm>
            <a:off x="2812084" y="3012197"/>
            <a:ext cx="8446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b="1" dirty="0">
                <a:solidFill>
                  <a:schemeClr val="accent4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参数调控支持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B844530A-6359-46D1-B21B-5E9C7A0323DF}"/>
              </a:ext>
            </a:extLst>
          </p:cNvPr>
          <p:cNvSpPr/>
          <p:nvPr/>
        </p:nvSpPr>
        <p:spPr>
          <a:xfrm>
            <a:off x="839159" y="6969671"/>
            <a:ext cx="1626808" cy="293105"/>
          </a:xfrm>
          <a:prstGeom prst="rect">
            <a:avLst/>
          </a:prstGeom>
          <a:solidFill>
            <a:srgbClr val="FDEF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分布式测量框架低负荷测试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2147160-D3D4-48BE-97F2-BC30AD93542C}"/>
              </a:ext>
            </a:extLst>
          </p:cNvPr>
          <p:cNvSpPr/>
          <p:nvPr/>
        </p:nvSpPr>
        <p:spPr>
          <a:xfrm>
            <a:off x="2855025" y="6949514"/>
            <a:ext cx="1433618" cy="293105"/>
          </a:xfrm>
          <a:prstGeom prst="rect">
            <a:avLst/>
          </a:prstGeom>
          <a:solidFill>
            <a:srgbClr val="FDEF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降低额外通信时延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1C87D808-C5BD-4709-BC34-81D737118D7E}"/>
              </a:ext>
            </a:extLst>
          </p:cNvPr>
          <p:cNvSpPr/>
          <p:nvPr/>
        </p:nvSpPr>
        <p:spPr>
          <a:xfrm>
            <a:off x="2855025" y="7275278"/>
            <a:ext cx="1433618" cy="293105"/>
          </a:xfrm>
          <a:prstGeom prst="rect">
            <a:avLst/>
          </a:prstGeom>
          <a:solidFill>
            <a:srgbClr val="FDEF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合理稳定生成任务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F0D1DC8D-879C-42B6-AF8B-DA4411D2D6E3}"/>
              </a:ext>
            </a:extLst>
          </p:cNvPr>
          <p:cNvSpPr/>
          <p:nvPr/>
        </p:nvSpPr>
        <p:spPr>
          <a:xfrm>
            <a:off x="4737091" y="6963832"/>
            <a:ext cx="1510342" cy="293105"/>
          </a:xfrm>
          <a:prstGeom prst="rect">
            <a:avLst/>
          </a:prstGeom>
          <a:solidFill>
            <a:srgbClr val="FDEF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性能模型生成应对批量任务突变的调控策略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842AF10F-3D32-4309-88CA-618F5F28C846}"/>
              </a:ext>
            </a:extLst>
          </p:cNvPr>
          <p:cNvSpPr/>
          <p:nvPr/>
        </p:nvSpPr>
        <p:spPr>
          <a:xfrm>
            <a:off x="4762491" y="7657033"/>
            <a:ext cx="1510342" cy="293105"/>
          </a:xfrm>
          <a:prstGeom prst="rect">
            <a:avLst/>
          </a:prstGeom>
          <a:solidFill>
            <a:srgbClr val="FDEF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根据调控策略，进行系统区块参数更新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A6949BF8-0DDD-462F-B33E-82ADF7C3D599}"/>
              </a:ext>
            </a:extLst>
          </p:cNvPr>
          <p:cNvSpPr/>
          <p:nvPr/>
        </p:nvSpPr>
        <p:spPr>
          <a:xfrm>
            <a:off x="2855025" y="7654325"/>
            <a:ext cx="1433618" cy="293105"/>
          </a:xfrm>
          <a:prstGeom prst="rect">
            <a:avLst/>
          </a:prstGeom>
          <a:solidFill>
            <a:srgbClr val="FDEF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实验验证调控策略高效性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F59B7950-BCB3-4524-B3D9-753AAC3345D1}"/>
              </a:ext>
            </a:extLst>
          </p:cNvPr>
          <p:cNvSpPr/>
          <p:nvPr/>
        </p:nvSpPr>
        <p:spPr>
          <a:xfrm>
            <a:off x="4746394" y="7305652"/>
            <a:ext cx="1510342" cy="293105"/>
          </a:xfrm>
          <a:prstGeom prst="rect">
            <a:avLst/>
          </a:prstGeom>
          <a:solidFill>
            <a:srgbClr val="FDEF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调控策略的理论可行性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15F0288B-913E-4302-B63D-CA708FCFCF11}"/>
              </a:ext>
            </a:extLst>
          </p:cNvPr>
          <p:cNvSpPr/>
          <p:nvPr/>
        </p:nvSpPr>
        <p:spPr>
          <a:xfrm>
            <a:off x="1474907" y="7365624"/>
            <a:ext cx="1003942" cy="293105"/>
          </a:xfrm>
          <a:prstGeom prst="rect">
            <a:avLst/>
          </a:prstGeom>
          <a:solidFill>
            <a:srgbClr val="FDEF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突变批量任务特征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C10D63BB-59DD-4840-81AA-0766D5033D83}"/>
              </a:ext>
            </a:extLst>
          </p:cNvPr>
          <p:cNvSpPr/>
          <p:nvPr/>
        </p:nvSpPr>
        <p:spPr>
          <a:xfrm>
            <a:off x="1481804" y="7724515"/>
            <a:ext cx="997045" cy="293105"/>
          </a:xfrm>
          <a:prstGeom prst="rect">
            <a:avLst/>
          </a:prstGeom>
          <a:solidFill>
            <a:srgbClr val="FDEF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突变任务聚合粒度</a:t>
            </a:r>
          </a:p>
        </p:txBody>
      </p:sp>
      <p:sp>
        <p:nvSpPr>
          <p:cNvPr id="90" name="箭头: 下弧形 89">
            <a:extLst>
              <a:ext uri="{FF2B5EF4-FFF2-40B4-BE49-F238E27FC236}">
                <a16:creationId xmlns:a16="http://schemas.microsoft.com/office/drawing/2014/main" id="{37C1DBE8-FB16-4733-B702-E78F9201D54F}"/>
              </a:ext>
            </a:extLst>
          </p:cNvPr>
          <p:cNvSpPr/>
          <p:nvPr/>
        </p:nvSpPr>
        <p:spPr>
          <a:xfrm rot="5125795">
            <a:off x="1193786" y="7401747"/>
            <a:ext cx="293264" cy="19127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035A1CC2-AA36-4954-A48B-A51C203BE671}"/>
              </a:ext>
            </a:extLst>
          </p:cNvPr>
          <p:cNvSpPr txBox="1"/>
          <p:nvPr/>
        </p:nvSpPr>
        <p:spPr>
          <a:xfrm>
            <a:off x="702401" y="7346802"/>
            <a:ext cx="6434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参数调控</a:t>
            </a:r>
          </a:p>
        </p:txBody>
      </p:sp>
      <p:sp>
        <p:nvSpPr>
          <p:cNvPr id="92" name="箭头: 下弧形 91">
            <a:extLst>
              <a:ext uri="{FF2B5EF4-FFF2-40B4-BE49-F238E27FC236}">
                <a16:creationId xmlns:a16="http://schemas.microsoft.com/office/drawing/2014/main" id="{246C9EAA-F7FE-4906-8A93-D2EB258845F8}"/>
              </a:ext>
            </a:extLst>
          </p:cNvPr>
          <p:cNvSpPr/>
          <p:nvPr/>
        </p:nvSpPr>
        <p:spPr>
          <a:xfrm rot="5125795">
            <a:off x="1200136" y="7757347"/>
            <a:ext cx="293264" cy="19127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215C50C4-1306-4904-BBE4-08C7C4F9426D}"/>
              </a:ext>
            </a:extLst>
          </p:cNvPr>
          <p:cNvSpPr txBox="1"/>
          <p:nvPr/>
        </p:nvSpPr>
        <p:spPr>
          <a:xfrm>
            <a:off x="708751" y="7702402"/>
            <a:ext cx="6434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参数调控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AC34A535-0CA3-44B8-8A20-C8BC6D71CB52}"/>
              </a:ext>
            </a:extLst>
          </p:cNvPr>
          <p:cNvSpPr/>
          <p:nvPr/>
        </p:nvSpPr>
        <p:spPr>
          <a:xfrm>
            <a:off x="805438" y="6938667"/>
            <a:ext cx="1712242" cy="37978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64FFA53B-14D9-4450-9E83-B20E40F312BC}"/>
              </a:ext>
            </a:extLst>
          </p:cNvPr>
          <p:cNvSpPr/>
          <p:nvPr/>
        </p:nvSpPr>
        <p:spPr>
          <a:xfrm>
            <a:off x="2827549" y="6918978"/>
            <a:ext cx="1518416" cy="69882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Arrow: Left 86">
            <a:extLst>
              <a:ext uri="{FF2B5EF4-FFF2-40B4-BE49-F238E27FC236}">
                <a16:creationId xmlns:a16="http://schemas.microsoft.com/office/drawing/2014/main" id="{10DF25CC-B3E1-4236-B64D-E8590B6DC8E9}"/>
              </a:ext>
            </a:extLst>
          </p:cNvPr>
          <p:cNvSpPr/>
          <p:nvPr/>
        </p:nvSpPr>
        <p:spPr>
          <a:xfrm rot="10800000">
            <a:off x="2591690" y="7073563"/>
            <a:ext cx="180000" cy="104418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1" name="Arrow: Left 86">
            <a:extLst>
              <a:ext uri="{FF2B5EF4-FFF2-40B4-BE49-F238E27FC236}">
                <a16:creationId xmlns:a16="http://schemas.microsoft.com/office/drawing/2014/main" id="{452AD422-C288-4E15-A519-41F0DAE94845}"/>
              </a:ext>
            </a:extLst>
          </p:cNvPr>
          <p:cNvSpPr/>
          <p:nvPr/>
        </p:nvSpPr>
        <p:spPr>
          <a:xfrm rot="10800000">
            <a:off x="4452481" y="7404767"/>
            <a:ext cx="210600" cy="104418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2" name="Arrow: Left 86">
            <a:extLst>
              <a:ext uri="{FF2B5EF4-FFF2-40B4-BE49-F238E27FC236}">
                <a16:creationId xmlns:a16="http://schemas.microsoft.com/office/drawing/2014/main" id="{AE34E3BC-C7B9-4B78-82D9-947E9FFA7D65}"/>
              </a:ext>
            </a:extLst>
          </p:cNvPr>
          <p:cNvSpPr/>
          <p:nvPr/>
        </p:nvSpPr>
        <p:spPr>
          <a:xfrm rot="10800000">
            <a:off x="4452481" y="7061867"/>
            <a:ext cx="210600" cy="104418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517BD131-7D74-45D4-A7FB-CC950C19B7C7}"/>
              </a:ext>
            </a:extLst>
          </p:cNvPr>
          <p:cNvSpPr txBox="1"/>
          <p:nvPr/>
        </p:nvSpPr>
        <p:spPr>
          <a:xfrm>
            <a:off x="4365978" y="7556340"/>
            <a:ext cx="8446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验证</a:t>
            </a: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F6534A19-23A9-420B-BA83-744C2C79F1FE}"/>
              </a:ext>
            </a:extLst>
          </p:cNvPr>
          <p:cNvSpPr txBox="1"/>
          <p:nvPr/>
        </p:nvSpPr>
        <p:spPr>
          <a:xfrm>
            <a:off x="4340160" y="6871912"/>
            <a:ext cx="8446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证明</a:t>
            </a: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4303B886-68B2-46B8-9FBB-72D07092CE96}"/>
              </a:ext>
            </a:extLst>
          </p:cNvPr>
          <p:cNvSpPr txBox="1"/>
          <p:nvPr/>
        </p:nvSpPr>
        <p:spPr>
          <a:xfrm>
            <a:off x="4340160" y="7214126"/>
            <a:ext cx="8446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证明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6B9FE1AE-FD3D-4222-BB0A-4E5B4E8ECF46}"/>
              </a:ext>
            </a:extLst>
          </p:cNvPr>
          <p:cNvSpPr txBox="1"/>
          <p:nvPr/>
        </p:nvSpPr>
        <p:spPr>
          <a:xfrm>
            <a:off x="4308129" y="4858680"/>
            <a:ext cx="479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构建</a:t>
            </a: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8BEE708E-5445-4332-BB07-79BAE82C6DB1}"/>
              </a:ext>
            </a:extLst>
          </p:cNvPr>
          <p:cNvSpPr txBox="1"/>
          <p:nvPr/>
        </p:nvSpPr>
        <p:spPr>
          <a:xfrm>
            <a:off x="4170081" y="2573410"/>
            <a:ext cx="479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指导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58E38BDC-7584-4897-B6F0-B84931570AB2}"/>
              </a:ext>
            </a:extLst>
          </p:cNvPr>
          <p:cNvSpPr txBox="1"/>
          <p:nvPr/>
        </p:nvSpPr>
        <p:spPr>
          <a:xfrm>
            <a:off x="4160365" y="2098748"/>
            <a:ext cx="479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指导</a:t>
            </a:r>
          </a:p>
        </p:txBody>
      </p: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A661EFF0-72CD-4800-BEE2-41F539C482FD}"/>
              </a:ext>
            </a:extLst>
          </p:cNvPr>
          <p:cNvCxnSpPr>
            <a:cxnSpLocks/>
          </p:cNvCxnSpPr>
          <p:nvPr/>
        </p:nvCxnSpPr>
        <p:spPr>
          <a:xfrm flipH="1">
            <a:off x="1663581" y="3239015"/>
            <a:ext cx="4604400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6EA587E9-75F9-4AD6-90CB-C5C8E12BA7BF}"/>
              </a:ext>
            </a:extLst>
          </p:cNvPr>
          <p:cNvCxnSpPr>
            <a:cxnSpLocks/>
          </p:cNvCxnSpPr>
          <p:nvPr/>
        </p:nvCxnSpPr>
        <p:spPr>
          <a:xfrm flipV="1">
            <a:off x="6257925" y="3231395"/>
            <a:ext cx="0" cy="293647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474A7A76-043D-4042-AD67-664A91E10547}"/>
              </a:ext>
            </a:extLst>
          </p:cNvPr>
          <p:cNvCxnSpPr>
            <a:cxnSpLocks/>
          </p:cNvCxnSpPr>
          <p:nvPr/>
        </p:nvCxnSpPr>
        <p:spPr>
          <a:xfrm flipV="1">
            <a:off x="1762919" y="6160245"/>
            <a:ext cx="4500000" cy="48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84BD5296-2333-4916-8111-462151C87201}"/>
              </a:ext>
            </a:extLst>
          </p:cNvPr>
          <p:cNvCxnSpPr/>
          <p:nvPr/>
        </p:nvCxnSpPr>
        <p:spPr>
          <a:xfrm>
            <a:off x="1765300" y="6160245"/>
            <a:ext cx="0" cy="21600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955F48FC-8431-48D7-B6D3-7457E7B6DB82}"/>
              </a:ext>
            </a:extLst>
          </p:cNvPr>
          <p:cNvCxnSpPr/>
          <p:nvPr/>
        </p:nvCxnSpPr>
        <p:spPr>
          <a:xfrm>
            <a:off x="1654964" y="3049524"/>
            <a:ext cx="0" cy="32400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F74C8F63-67EC-4449-8C43-13376985F805}"/>
              </a:ext>
            </a:extLst>
          </p:cNvPr>
          <p:cNvCxnSpPr>
            <a:cxnSpLocks/>
          </p:cNvCxnSpPr>
          <p:nvPr/>
        </p:nvCxnSpPr>
        <p:spPr>
          <a:xfrm>
            <a:off x="3557327" y="3041904"/>
            <a:ext cx="0" cy="324000"/>
          </a:xfrm>
          <a:prstGeom prst="straightConnector1">
            <a:avLst/>
          </a:prstGeom>
          <a:ln w="1905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>
            <a:extLst>
              <a:ext uri="{FF2B5EF4-FFF2-40B4-BE49-F238E27FC236}">
                <a16:creationId xmlns:a16="http://schemas.microsoft.com/office/drawing/2014/main" id="{9DB9A057-C915-42EC-BF7D-EE67716AED75}"/>
              </a:ext>
            </a:extLst>
          </p:cNvPr>
          <p:cNvCxnSpPr>
            <a:cxnSpLocks/>
          </p:cNvCxnSpPr>
          <p:nvPr/>
        </p:nvCxnSpPr>
        <p:spPr>
          <a:xfrm flipH="1">
            <a:off x="3557328" y="3148584"/>
            <a:ext cx="2797200" cy="0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5B7C91E2-0EB7-4D16-8EB8-EE361B9B98C1}"/>
              </a:ext>
            </a:extLst>
          </p:cNvPr>
          <p:cNvCxnSpPr>
            <a:cxnSpLocks/>
          </p:cNvCxnSpPr>
          <p:nvPr/>
        </p:nvCxnSpPr>
        <p:spPr>
          <a:xfrm flipV="1">
            <a:off x="6349039" y="3144045"/>
            <a:ext cx="0" cy="3096000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>
            <a:extLst>
              <a:ext uri="{FF2B5EF4-FFF2-40B4-BE49-F238E27FC236}">
                <a16:creationId xmlns:a16="http://schemas.microsoft.com/office/drawing/2014/main" id="{609CDA8C-5074-4CEA-9425-82856097E75E}"/>
              </a:ext>
            </a:extLst>
          </p:cNvPr>
          <p:cNvCxnSpPr>
            <a:cxnSpLocks/>
          </p:cNvCxnSpPr>
          <p:nvPr/>
        </p:nvCxnSpPr>
        <p:spPr>
          <a:xfrm flipV="1">
            <a:off x="3877262" y="6240045"/>
            <a:ext cx="2480400" cy="5657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367B0468-627D-4BDE-964A-9C072555EF8B}"/>
              </a:ext>
            </a:extLst>
          </p:cNvPr>
          <p:cNvCxnSpPr>
            <a:cxnSpLocks/>
          </p:cNvCxnSpPr>
          <p:nvPr/>
        </p:nvCxnSpPr>
        <p:spPr>
          <a:xfrm>
            <a:off x="3884516" y="6247556"/>
            <a:ext cx="0" cy="140400"/>
          </a:xfrm>
          <a:prstGeom prst="straightConnector1">
            <a:avLst/>
          </a:prstGeom>
          <a:ln w="1905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文本框 139">
            <a:extLst>
              <a:ext uri="{FF2B5EF4-FFF2-40B4-BE49-F238E27FC236}">
                <a16:creationId xmlns:a16="http://schemas.microsoft.com/office/drawing/2014/main" id="{E8556C19-02B6-4C30-AF54-589F845B3486}"/>
              </a:ext>
            </a:extLst>
          </p:cNvPr>
          <p:cNvSpPr txBox="1"/>
          <p:nvPr/>
        </p:nvSpPr>
        <p:spPr>
          <a:xfrm>
            <a:off x="975726" y="6131463"/>
            <a:ext cx="8446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b="1" dirty="0">
                <a:solidFill>
                  <a:schemeClr val="accent5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测量框架支持</a:t>
            </a: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720B429B-E2AC-48B7-A733-5B554CCAF883}"/>
              </a:ext>
            </a:extLst>
          </p:cNvPr>
          <p:cNvSpPr txBox="1"/>
          <p:nvPr/>
        </p:nvSpPr>
        <p:spPr>
          <a:xfrm>
            <a:off x="3093720" y="6144548"/>
            <a:ext cx="8446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b="1" dirty="0">
                <a:solidFill>
                  <a:schemeClr val="accent4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参数调控支持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1592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Rounded Corners 88"/>
          <p:cNvSpPr/>
          <p:nvPr/>
        </p:nvSpPr>
        <p:spPr>
          <a:xfrm>
            <a:off x="191059" y="4606979"/>
            <a:ext cx="6525453" cy="1654311"/>
          </a:xfrm>
          <a:prstGeom prst="roundRect">
            <a:avLst/>
          </a:prstGeom>
          <a:ln w="28575">
            <a:solidFill>
              <a:srgbClr val="D3B5E9"/>
            </a:solidFill>
            <a:prstDash val="lg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51435" tIns="25718" rIns="51435" bIns="25718" rtlCol="0" anchor="ctr"/>
          <a:lstStyle/>
          <a:p>
            <a:pPr algn="l"/>
            <a:endParaRPr lang="en-US" sz="788" b="1" dirty="0">
              <a:solidFill>
                <a:srgbClr val="000000"/>
              </a:solidFill>
              <a:latin typeface="-apple-system"/>
            </a:endParaRPr>
          </a:p>
        </p:txBody>
      </p:sp>
      <p:sp>
        <p:nvSpPr>
          <p:cNvPr id="2" name="Rectangle: Rounded Corners 100"/>
          <p:cNvSpPr/>
          <p:nvPr/>
        </p:nvSpPr>
        <p:spPr>
          <a:xfrm>
            <a:off x="611823" y="3399597"/>
            <a:ext cx="5640276" cy="81294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r>
              <a:rPr lang="zh-CN" altLang="en-US" sz="1125" b="1" dirty="0">
                <a:solidFill>
                  <a:schemeClr val="tx1"/>
                </a:solidFill>
                <a:latin typeface="Calibri" panose="020F0502020204030204"/>
              </a:rPr>
              <a:t>研究目标</a:t>
            </a:r>
            <a:endParaRPr lang="en-US" altLang="zh-CN" sz="1125" b="1" dirty="0">
              <a:solidFill>
                <a:schemeClr val="tx1"/>
              </a:solidFill>
              <a:latin typeface="Calibri" panose="020F0502020204030204"/>
            </a:endParaRPr>
          </a:p>
          <a:p>
            <a:pPr algn="ctr" defTabSz="514350">
              <a:defRPr/>
            </a:pPr>
            <a:r>
              <a:rPr lang="zh-CN" altLang="en-US" sz="1013" u="sng" dirty="0">
                <a:solidFill>
                  <a:schemeClr val="tx1"/>
                </a:solidFill>
                <a:latin typeface="Calibri" panose="020F0502020204030204"/>
              </a:rPr>
              <a:t>构建区块链系统“用户到达分布</a:t>
            </a:r>
            <a:r>
              <a:rPr lang="en-US" altLang="zh-CN" sz="1013" u="sng" dirty="0">
                <a:solidFill>
                  <a:schemeClr val="tx1"/>
                </a:solidFill>
                <a:latin typeface="Calibri" panose="020F0502020204030204"/>
              </a:rPr>
              <a:t>-</a:t>
            </a:r>
            <a:r>
              <a:rPr lang="zh-CN" altLang="en-US" sz="1013" u="sng" dirty="0">
                <a:solidFill>
                  <a:schemeClr val="tx1"/>
                </a:solidFill>
                <a:latin typeface="Calibri" panose="020F0502020204030204"/>
              </a:rPr>
              <a:t>系统配置参数</a:t>
            </a:r>
            <a:r>
              <a:rPr lang="en-US" altLang="zh-CN" sz="1013" u="sng" dirty="0">
                <a:solidFill>
                  <a:schemeClr val="tx1"/>
                </a:solidFill>
                <a:latin typeface="Calibri" panose="020F0502020204030204"/>
              </a:rPr>
              <a:t>-</a:t>
            </a:r>
            <a:r>
              <a:rPr lang="zh-CN" altLang="en-US" sz="1013" u="sng" dirty="0">
                <a:solidFill>
                  <a:schemeClr val="tx1"/>
                </a:solidFill>
                <a:latin typeface="Calibri" panose="020F0502020204030204"/>
              </a:rPr>
              <a:t>系统性能指标”三者之间的性能模型</a:t>
            </a:r>
            <a:r>
              <a:rPr lang="zh-CN" altLang="en-US" sz="1013" dirty="0">
                <a:solidFill>
                  <a:schemeClr val="tx1"/>
                </a:solidFill>
                <a:latin typeface="Calibri" panose="020F0502020204030204"/>
              </a:rPr>
              <a:t>；</a:t>
            </a:r>
          </a:p>
          <a:p>
            <a:pPr algn="ctr" defTabSz="514350">
              <a:defRPr/>
            </a:pPr>
            <a:r>
              <a:rPr lang="zh-CN" altLang="en-US" sz="1013" u="sng" dirty="0">
                <a:solidFill>
                  <a:schemeClr val="tx1"/>
                </a:solidFill>
                <a:latin typeface="Calibri" panose="020F0502020204030204"/>
              </a:rPr>
              <a:t>建立低存储开销的区块链数据存储模型</a:t>
            </a:r>
            <a:r>
              <a:rPr lang="zh-CN" altLang="en-US" sz="1013" dirty="0">
                <a:solidFill>
                  <a:schemeClr val="tx1"/>
                </a:solidFill>
                <a:latin typeface="Calibri" panose="020F0502020204030204"/>
              </a:rPr>
              <a:t>；</a:t>
            </a:r>
            <a:r>
              <a:rPr lang="zh-CN" altLang="en-US" sz="1013" u="sng" dirty="0">
                <a:solidFill>
                  <a:schemeClr val="tx1"/>
                </a:solidFill>
                <a:latin typeface="Calibri" panose="020F0502020204030204"/>
              </a:rPr>
              <a:t>探究新型多类型任务场景下算力节点的性能模型</a:t>
            </a:r>
            <a:r>
              <a:rPr lang="zh-CN" altLang="en-US" sz="1013" dirty="0">
                <a:solidFill>
                  <a:schemeClr val="tx1"/>
                </a:solidFill>
                <a:latin typeface="Calibri" panose="020F0502020204030204"/>
              </a:rPr>
              <a:t>。</a:t>
            </a:r>
            <a:endParaRPr lang="en-US" altLang="zh-CN" sz="1013" dirty="0">
              <a:solidFill>
                <a:schemeClr val="tx1"/>
              </a:solidFill>
              <a:latin typeface="Calibri" panose="020F0502020204030204"/>
            </a:endParaRPr>
          </a:p>
          <a:p>
            <a:pPr algn="ctr" defTabSz="514350">
              <a:defRPr/>
            </a:pPr>
            <a:r>
              <a:rPr lang="zh-CN" altLang="en-US" sz="1013" dirty="0">
                <a:solidFill>
                  <a:schemeClr val="tx1"/>
                </a:solidFill>
                <a:latin typeface="Calibri" panose="020F0502020204030204"/>
              </a:rPr>
              <a:t>满足自适应运维，低运维成本，高运维收益的高服务质量算力网需求。</a:t>
            </a:r>
            <a:endParaRPr lang="en-US" altLang="zh-CN" sz="1013" dirty="0">
              <a:solidFill>
                <a:schemeClr val="tx1"/>
              </a:solidFill>
              <a:latin typeface="Calibri" panose="020F0502020204030204"/>
            </a:endParaRPr>
          </a:p>
          <a:p>
            <a:pPr algn="ctr" defTabSz="514350">
              <a:defRPr/>
            </a:pPr>
            <a:endParaRPr lang="en-US" sz="1013" dirty="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16" name="Arrow: Left 86"/>
          <p:cNvSpPr/>
          <p:nvPr/>
        </p:nvSpPr>
        <p:spPr>
          <a:xfrm rot="16200000">
            <a:off x="2269427" y="4375160"/>
            <a:ext cx="210600" cy="104418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Arrow: Left 86"/>
          <p:cNvSpPr/>
          <p:nvPr/>
        </p:nvSpPr>
        <p:spPr>
          <a:xfrm rot="16200000">
            <a:off x="4136613" y="4374232"/>
            <a:ext cx="210600" cy="104418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: Rounded Corners 126"/>
          <p:cNvSpPr/>
          <p:nvPr/>
        </p:nvSpPr>
        <p:spPr>
          <a:xfrm>
            <a:off x="2816952" y="4223809"/>
            <a:ext cx="866310" cy="35507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51435" tIns="25718" rIns="51435" bIns="25718" rtlCol="0" anchor="ctr"/>
          <a:lstStyle/>
          <a:p>
            <a:pPr algn="ctr"/>
            <a:r>
              <a:rPr lang="zh-CN" altLang="en-US" sz="1013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需求牵引</a:t>
            </a:r>
            <a:endParaRPr lang="en-US" sz="1013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Rectangle: Rounded Corners 100"/>
          <p:cNvSpPr/>
          <p:nvPr/>
        </p:nvSpPr>
        <p:spPr>
          <a:xfrm>
            <a:off x="277246" y="4749463"/>
            <a:ext cx="1648886" cy="1378304"/>
          </a:xfrm>
          <a:prstGeom prst="roundRect">
            <a:avLst/>
          </a:prstGeom>
          <a:solidFill>
            <a:schemeClr val="accent1">
              <a:alpha val="15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95527" y="5007451"/>
            <a:ext cx="1452138" cy="35221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zh-CN" altLang="en-US" sz="1013" dirty="0"/>
              <a:t>区块链系统参数配置挑战</a:t>
            </a:r>
          </a:p>
        </p:txBody>
      </p:sp>
      <p:sp>
        <p:nvSpPr>
          <p:cNvPr id="23" name="Rectangle: Rounded Corners 6"/>
          <p:cNvSpPr/>
          <p:nvPr/>
        </p:nvSpPr>
        <p:spPr>
          <a:xfrm>
            <a:off x="2216081" y="4883655"/>
            <a:ext cx="1450123" cy="111677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5" tIns="25718" rIns="51435" bIns="25718" rtlCol="0" anchor="ctr"/>
          <a:lstStyle/>
          <a:p>
            <a:pPr algn="ctr" defTabSz="514350">
              <a:defRPr/>
            </a:pPr>
            <a:endParaRPr lang="en-US" sz="788" dirty="0">
              <a:solidFill>
                <a:prstClr val="white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Rectangle: Rounded Corners 126"/>
          <p:cNvSpPr/>
          <p:nvPr/>
        </p:nvSpPr>
        <p:spPr>
          <a:xfrm>
            <a:off x="645530" y="4723854"/>
            <a:ext cx="866310" cy="35507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51435" tIns="25718" rIns="51435" bIns="25718" rtlCol="0" anchor="ctr"/>
          <a:lstStyle/>
          <a:p>
            <a:pPr algn="ctr"/>
            <a:r>
              <a:rPr lang="zh-CN" altLang="en-US" sz="1013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挑战</a:t>
            </a:r>
            <a:endParaRPr lang="en-US" sz="675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395861" y="5171980"/>
            <a:ext cx="1107336" cy="706657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zh-CN" altLang="en-US" sz="1013" dirty="0"/>
              <a:t>如何突破多任务时延、存储和效用等性能指标之间的制约机制</a:t>
            </a:r>
          </a:p>
        </p:txBody>
      </p:sp>
      <p:sp>
        <p:nvSpPr>
          <p:cNvPr id="26" name="Rectangle: Rounded Corners 126"/>
          <p:cNvSpPr/>
          <p:nvPr/>
        </p:nvSpPr>
        <p:spPr>
          <a:xfrm>
            <a:off x="2509944" y="4864319"/>
            <a:ext cx="866310" cy="35507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51435" tIns="25718" rIns="51435" bIns="25718" rtlCol="0" anchor="ctr"/>
          <a:lstStyle/>
          <a:p>
            <a:pPr algn="ctr"/>
            <a:r>
              <a:rPr lang="zh-CN" altLang="en-US" sz="1013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科学问题</a:t>
            </a:r>
            <a:endParaRPr lang="en-US" sz="1013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7" name="Rectangle: Rounded Corners 19"/>
          <p:cNvSpPr/>
          <p:nvPr/>
        </p:nvSpPr>
        <p:spPr>
          <a:xfrm>
            <a:off x="3906759" y="4742017"/>
            <a:ext cx="2599369" cy="147563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5" tIns="25718" rIns="51435" bIns="25718" rtlCol="0" anchor="ctr"/>
          <a:lstStyle/>
          <a:p>
            <a:pPr algn="ctr" defTabSz="514350">
              <a:defRPr/>
            </a:pPr>
            <a:endParaRPr lang="en-US" sz="788" dirty="0">
              <a:solidFill>
                <a:prstClr val="white"/>
              </a:solidFill>
              <a:latin typeface="Arial" panose="020B0604020202020204"/>
              <a:cs typeface="Calibri" panose="020F0502020204030204"/>
            </a:endParaRPr>
          </a:p>
        </p:txBody>
      </p:sp>
      <p:sp>
        <p:nvSpPr>
          <p:cNvPr id="29" name="Rectangle: Rounded Corners 126"/>
          <p:cNvSpPr/>
          <p:nvPr/>
        </p:nvSpPr>
        <p:spPr>
          <a:xfrm>
            <a:off x="4715388" y="4682090"/>
            <a:ext cx="866310" cy="35507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51435" tIns="25718" rIns="51435" bIns="25718" rtlCol="0" anchor="ctr"/>
          <a:lstStyle/>
          <a:p>
            <a:pPr algn="ctr"/>
            <a:r>
              <a:rPr lang="zh-CN" altLang="en-US" sz="1013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研究内容</a:t>
            </a:r>
            <a:endParaRPr lang="en-US" sz="1013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024911" y="4989262"/>
            <a:ext cx="2421941" cy="370404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zh-CN" altLang="en-US" sz="1013"/>
              <a:t>基于给定</a:t>
            </a:r>
            <a:r>
              <a:rPr lang="zh-CN" altLang="en-US" sz="1013" dirty="0"/>
              <a:t>周期内实时多用户到达</a:t>
            </a:r>
            <a:r>
              <a:rPr lang="zh-CN" altLang="en-US" sz="1013"/>
              <a:t>分布特征确定</a:t>
            </a:r>
            <a:r>
              <a:rPr lang="zh-CN" altLang="en-US" sz="1013" dirty="0"/>
              <a:t>区</a:t>
            </a:r>
            <a:r>
              <a:rPr lang="zh-CN" altLang="en-US" sz="1013"/>
              <a:t>块链系统合理配置参数</a:t>
            </a:r>
            <a:endParaRPr lang="zh-CN" altLang="en-US" sz="1013" dirty="0"/>
          </a:p>
        </p:txBody>
      </p:sp>
      <p:sp>
        <p:nvSpPr>
          <p:cNvPr id="32" name="矩形 31"/>
          <p:cNvSpPr/>
          <p:nvPr/>
        </p:nvSpPr>
        <p:spPr>
          <a:xfrm>
            <a:off x="395527" y="5396586"/>
            <a:ext cx="1452138" cy="35221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zh-CN" altLang="en-US" sz="1013" dirty="0"/>
              <a:t>系统存储开销大的挑战</a:t>
            </a:r>
          </a:p>
        </p:txBody>
      </p:sp>
      <p:sp>
        <p:nvSpPr>
          <p:cNvPr id="33" name="矩形 32"/>
          <p:cNvSpPr/>
          <p:nvPr/>
        </p:nvSpPr>
        <p:spPr>
          <a:xfrm>
            <a:off x="405562" y="5785721"/>
            <a:ext cx="1442103" cy="262289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zh-CN" altLang="en-US" sz="1013" dirty="0"/>
              <a:t>系统交易时延高的挑战</a:t>
            </a:r>
          </a:p>
        </p:txBody>
      </p:sp>
      <p:sp>
        <p:nvSpPr>
          <p:cNvPr id="34" name="矩形 33"/>
          <p:cNvSpPr/>
          <p:nvPr/>
        </p:nvSpPr>
        <p:spPr>
          <a:xfrm>
            <a:off x="4031851" y="5395954"/>
            <a:ext cx="2410008" cy="355079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zh-CN" altLang="en-US" sz="1013" dirty="0"/>
              <a:t>基于低阶算法复杂度的承诺方案的区块链交易数据存储结构</a:t>
            </a:r>
          </a:p>
        </p:txBody>
      </p:sp>
      <p:sp>
        <p:nvSpPr>
          <p:cNvPr id="35" name="矩形 34"/>
          <p:cNvSpPr/>
          <p:nvPr/>
        </p:nvSpPr>
        <p:spPr>
          <a:xfrm>
            <a:off x="4031850" y="5794025"/>
            <a:ext cx="2410008" cy="355079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zh-CN" altLang="en-US" sz="1013"/>
              <a:t>基于博弈论的区块链网络中算力节点处理多类型任务时的性能模型</a:t>
            </a:r>
            <a:endParaRPr lang="zh-CN" altLang="en-US" sz="1013" dirty="0"/>
          </a:p>
        </p:txBody>
      </p:sp>
      <p:sp>
        <p:nvSpPr>
          <p:cNvPr id="20" name="Arrow: Left 86"/>
          <p:cNvSpPr/>
          <p:nvPr/>
        </p:nvSpPr>
        <p:spPr>
          <a:xfrm rot="10800000">
            <a:off x="1969759" y="5392586"/>
            <a:ext cx="227458" cy="124790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Arrow: Left 86"/>
          <p:cNvSpPr/>
          <p:nvPr/>
        </p:nvSpPr>
        <p:spPr>
          <a:xfrm rot="10800000">
            <a:off x="3683429" y="5393418"/>
            <a:ext cx="227458" cy="124790"/>
          </a:xfrm>
          <a:prstGeom prst="leftArrow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TextBox 1"/>
          <p:cNvSpPr txBox="1"/>
          <p:nvPr/>
        </p:nvSpPr>
        <p:spPr>
          <a:xfrm>
            <a:off x="5916483" y="5141350"/>
            <a:ext cx="590295" cy="259687"/>
          </a:xfrm>
          <a:prstGeom prst="rect">
            <a:avLst/>
          </a:prstGeom>
          <a:noFill/>
        </p:spPr>
        <p:txBody>
          <a:bodyPr wrap="square" lIns="51435" tIns="25718" rIns="51435" bIns="25718" rtlCol="0" anchor="t">
            <a:spAutoFit/>
          </a:bodyPr>
          <a:lstStyle/>
          <a:p>
            <a:pPr marL="96441" indent="-96441">
              <a:buFont typeface="Arial" panose="020B0604020202020204" pitchFamily="34" charset="0"/>
              <a:buChar char="•"/>
            </a:pPr>
            <a:r>
              <a:rPr lang="zh-CN" altLang="en-US" sz="675" dirty="0">
                <a:latin typeface="Arial" panose="020B0604020202020204"/>
                <a:cs typeface="Arial" panose="020B0604020202020204"/>
              </a:rPr>
              <a:t>性能测量</a:t>
            </a:r>
            <a:endParaRPr lang="en-US" altLang="zh-CN" sz="675" dirty="0">
              <a:latin typeface="Arial" panose="020B0604020202020204"/>
              <a:cs typeface="Arial" panose="020B0604020202020204"/>
            </a:endParaRPr>
          </a:p>
          <a:p>
            <a:pPr marL="96441" indent="-96441">
              <a:buFont typeface="Arial" panose="020B0604020202020204" pitchFamily="34" charset="0"/>
              <a:buChar char="•"/>
            </a:pPr>
            <a:r>
              <a:rPr lang="zh-CN" altLang="en-US" sz="675" dirty="0">
                <a:latin typeface="Arial" panose="020B0604020202020204"/>
                <a:cs typeface="Arial" panose="020B0604020202020204"/>
              </a:rPr>
              <a:t>时延模型</a:t>
            </a:r>
            <a:endParaRPr lang="en-US" sz="675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TextBox 1"/>
          <p:cNvSpPr txBox="1"/>
          <p:nvPr/>
        </p:nvSpPr>
        <p:spPr>
          <a:xfrm>
            <a:off x="5917313" y="5566647"/>
            <a:ext cx="590295" cy="155813"/>
          </a:xfrm>
          <a:prstGeom prst="rect">
            <a:avLst/>
          </a:prstGeom>
          <a:noFill/>
        </p:spPr>
        <p:txBody>
          <a:bodyPr wrap="square" lIns="51435" tIns="25718" rIns="51435" bIns="25718" rtlCol="0" anchor="t">
            <a:spAutoFit/>
          </a:bodyPr>
          <a:lstStyle/>
          <a:p>
            <a:pPr marL="96441" indent="-96441">
              <a:buFont typeface="Arial" panose="020B0604020202020204" pitchFamily="34" charset="0"/>
              <a:buChar char="•"/>
            </a:pPr>
            <a:r>
              <a:rPr lang="zh-CN" altLang="en-US" sz="675" dirty="0">
                <a:latin typeface="Arial" panose="020B0604020202020204"/>
                <a:cs typeface="Arial" panose="020B0604020202020204"/>
              </a:rPr>
              <a:t>存储结构</a:t>
            </a:r>
            <a:endParaRPr lang="en-US" altLang="zh-CN" sz="675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9" name="TextBox 1"/>
          <p:cNvSpPr txBox="1"/>
          <p:nvPr/>
        </p:nvSpPr>
        <p:spPr>
          <a:xfrm>
            <a:off x="5918146" y="6001930"/>
            <a:ext cx="590295" cy="155813"/>
          </a:xfrm>
          <a:prstGeom prst="rect">
            <a:avLst/>
          </a:prstGeom>
          <a:noFill/>
        </p:spPr>
        <p:txBody>
          <a:bodyPr wrap="square" lIns="51435" tIns="25718" rIns="51435" bIns="25718" rtlCol="0" anchor="t">
            <a:spAutoFit/>
          </a:bodyPr>
          <a:lstStyle/>
          <a:p>
            <a:pPr marL="96441" indent="-96441">
              <a:buFont typeface="Arial" panose="020B0604020202020204" pitchFamily="34" charset="0"/>
              <a:buChar char="•"/>
            </a:pPr>
            <a:r>
              <a:rPr lang="zh-CN" altLang="en-US" sz="675" dirty="0">
                <a:latin typeface="Arial" panose="020B0604020202020204"/>
                <a:cs typeface="Arial" panose="020B0604020202020204"/>
              </a:rPr>
              <a:t>性能模型</a:t>
            </a:r>
            <a:endParaRPr lang="en-US" altLang="zh-CN" sz="675" dirty="0">
              <a:latin typeface="Arial" panose="020B0604020202020204"/>
              <a:cs typeface="Arial" panose="020B0604020202020204"/>
            </a:endParaRPr>
          </a:p>
        </p:txBody>
      </p:sp>
      <p:cxnSp>
        <p:nvCxnSpPr>
          <p:cNvPr id="40" name="Straight Arrow Connector 66"/>
          <p:cNvCxnSpPr/>
          <p:nvPr/>
        </p:nvCxnSpPr>
        <p:spPr>
          <a:xfrm flipH="1">
            <a:off x="6429525" y="6084266"/>
            <a:ext cx="117203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65"/>
          <p:cNvCxnSpPr/>
          <p:nvPr/>
        </p:nvCxnSpPr>
        <p:spPr>
          <a:xfrm>
            <a:off x="6553063" y="5312750"/>
            <a:ext cx="0" cy="7715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66"/>
          <p:cNvCxnSpPr/>
          <p:nvPr/>
        </p:nvCxnSpPr>
        <p:spPr>
          <a:xfrm flipH="1">
            <a:off x="6435350" y="5316072"/>
            <a:ext cx="117203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73"/>
          <p:cNvSpPr txBox="1"/>
          <p:nvPr/>
        </p:nvSpPr>
        <p:spPr>
          <a:xfrm>
            <a:off x="6512465" y="5454981"/>
            <a:ext cx="240130" cy="4674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435" tIns="25718" rIns="51435" bIns="25718" numCol="1" spcCol="0" rtlCol="0" fromWordArt="0" anchor="t" anchorCtr="0" forceAA="0" compatLnSpc="1">
            <a:spAutoFit/>
          </a:bodyPr>
          <a:lstStyle/>
          <a:p>
            <a:r>
              <a:rPr lang="zh-CN" altLang="en-US" sz="675" dirty="0">
                <a:latin typeface="Arial" panose="020B0604020202020204"/>
                <a:cs typeface="Arial" panose="020B0604020202020204"/>
              </a:rPr>
              <a:t>性能优化</a:t>
            </a:r>
            <a:endParaRPr lang="en-US" sz="675" dirty="0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504E80C-C4BF-4273-8327-43C28B9AEA83}"/>
              </a:ext>
            </a:extLst>
          </p:cNvPr>
          <p:cNvSpPr txBox="1"/>
          <p:nvPr/>
        </p:nvSpPr>
        <p:spPr>
          <a:xfrm>
            <a:off x="1553227" y="2718148"/>
            <a:ext cx="18757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这里是文字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1144716-583E-4F41-859F-B3F55DCA6CD5}"/>
              </a:ext>
            </a:extLst>
          </p:cNvPr>
          <p:cNvSpPr txBox="1"/>
          <p:nvPr/>
        </p:nvSpPr>
        <p:spPr>
          <a:xfrm>
            <a:off x="1555315" y="3208750"/>
            <a:ext cx="18757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这里是文字</a:t>
            </a: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DE3952CD-E0DB-485D-A2FB-5E95EBF437AA}"/>
              </a:ext>
            </a:extLst>
          </p:cNvPr>
          <p:cNvCxnSpPr/>
          <p:nvPr/>
        </p:nvCxnSpPr>
        <p:spPr>
          <a:xfrm>
            <a:off x="869950" y="3987800"/>
            <a:ext cx="768350" cy="368300"/>
          </a:xfrm>
          <a:prstGeom prst="bentConnector3">
            <a:avLst>
              <a:gd name="adj1" fmla="val 19380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FEA5D0B-032F-4349-85AA-22A99B63DF61}"/>
              </a:ext>
            </a:extLst>
          </p:cNvPr>
          <p:cNvCxnSpPr/>
          <p:nvPr/>
        </p:nvCxnSpPr>
        <p:spPr>
          <a:xfrm>
            <a:off x="3733800" y="3365500"/>
            <a:ext cx="0" cy="228600"/>
          </a:xfrm>
          <a:prstGeom prst="line">
            <a:avLst/>
          </a:prstGeom>
          <a:ln w="127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B47D2ED-1113-4B54-933C-42FCDA45BFF8}"/>
              </a:ext>
            </a:extLst>
          </p:cNvPr>
          <p:cNvCxnSpPr>
            <a:cxnSpLocks/>
          </p:cNvCxnSpPr>
          <p:nvPr/>
        </p:nvCxnSpPr>
        <p:spPr>
          <a:xfrm flipH="1">
            <a:off x="3733800" y="3594100"/>
            <a:ext cx="2032000" cy="0"/>
          </a:xfrm>
          <a:prstGeom prst="line">
            <a:avLst/>
          </a:prstGeom>
          <a:ln w="127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E843F5B-254D-4FDA-AB3D-5954DC640A76}"/>
              </a:ext>
            </a:extLst>
          </p:cNvPr>
          <p:cNvCxnSpPr>
            <a:cxnSpLocks/>
          </p:cNvCxnSpPr>
          <p:nvPr/>
        </p:nvCxnSpPr>
        <p:spPr>
          <a:xfrm flipV="1">
            <a:off x="5765800" y="3594100"/>
            <a:ext cx="0" cy="596900"/>
          </a:xfrm>
          <a:prstGeom prst="line">
            <a:avLst/>
          </a:prstGeom>
          <a:ln w="127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8173B98-4C26-4396-8CCB-3D4559CE15EE}"/>
              </a:ext>
            </a:extLst>
          </p:cNvPr>
          <p:cNvCxnSpPr>
            <a:cxnSpLocks/>
          </p:cNvCxnSpPr>
          <p:nvPr/>
        </p:nvCxnSpPr>
        <p:spPr>
          <a:xfrm>
            <a:off x="3733800" y="4191000"/>
            <a:ext cx="2032000" cy="0"/>
          </a:xfrm>
          <a:prstGeom prst="line">
            <a:avLst/>
          </a:prstGeom>
          <a:ln w="127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DF33079-B8FA-4EB5-A00A-077096F17C1F}"/>
              </a:ext>
            </a:extLst>
          </p:cNvPr>
          <p:cNvCxnSpPr>
            <a:cxnSpLocks/>
          </p:cNvCxnSpPr>
          <p:nvPr/>
        </p:nvCxnSpPr>
        <p:spPr>
          <a:xfrm>
            <a:off x="2139950" y="4749800"/>
            <a:ext cx="0" cy="260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4D317303-6B91-4BAB-B082-7705DFFA0B33}"/>
              </a:ext>
            </a:extLst>
          </p:cNvPr>
          <p:cNvCxnSpPr/>
          <p:nvPr/>
        </p:nvCxnSpPr>
        <p:spPr>
          <a:xfrm>
            <a:off x="3733800" y="4191000"/>
            <a:ext cx="0" cy="279400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597470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20102DA0-F198-4E71-92A5-066B470AF0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914756"/>
              </p:ext>
            </p:extLst>
          </p:nvPr>
        </p:nvGraphicFramePr>
        <p:xfrm>
          <a:off x="87683" y="977030"/>
          <a:ext cx="6770316" cy="2822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772">
                  <a:extLst>
                    <a:ext uri="{9D8B030D-6E8A-4147-A177-3AD203B41FA5}">
                      <a16:colId xmlns:a16="http://schemas.microsoft.com/office/drawing/2014/main" val="2577234769"/>
                    </a:ext>
                  </a:extLst>
                </a:gridCol>
                <a:gridCol w="2256772">
                  <a:extLst>
                    <a:ext uri="{9D8B030D-6E8A-4147-A177-3AD203B41FA5}">
                      <a16:colId xmlns:a16="http://schemas.microsoft.com/office/drawing/2014/main" val="1095922787"/>
                    </a:ext>
                  </a:extLst>
                </a:gridCol>
                <a:gridCol w="2256772">
                  <a:extLst>
                    <a:ext uri="{9D8B030D-6E8A-4147-A177-3AD203B41FA5}">
                      <a16:colId xmlns:a16="http://schemas.microsoft.com/office/drawing/2014/main" val="2122105369"/>
                    </a:ext>
                  </a:extLst>
                </a:gridCol>
              </a:tblGrid>
              <a:tr h="282281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0078768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437A575B-3483-4980-AAE1-49DEC15F28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265" y="4200042"/>
            <a:ext cx="3358367" cy="251779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600756E-B902-41A0-A994-F73F9AA129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632" y="4200042"/>
            <a:ext cx="3358367" cy="251779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818148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PRESID" val="1782961503600684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3655291578468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4517300161535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2961503610342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2961503613790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2961503614948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2961503614023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2961503615925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2961503615552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2961503616608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2961503617076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2961503618677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2961503620026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2961503621297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2961503622599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2961503622125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2961503623979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2961503624873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29615036249838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1389</TotalTime>
  <Words>1571</Words>
  <Application>Microsoft Office PowerPoint</Application>
  <PresentationFormat>A4 纸张(210x297 毫米)</PresentationFormat>
  <Paragraphs>571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-apple-system</vt:lpstr>
      <vt:lpstr>等线</vt:lpstr>
      <vt:lpstr>楷体</vt:lpstr>
      <vt:lpstr>宋体</vt:lpstr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Canhui Wang</dc:creator>
  <cp:lastModifiedBy>Canhui Wang</cp:lastModifiedBy>
  <cp:revision>124</cp:revision>
  <dcterms:created xsi:type="dcterms:W3CDTF">2026-03-10T13:39:26Z</dcterms:created>
  <dcterms:modified xsi:type="dcterms:W3CDTF">2026-07-20T03:16:09Z</dcterms:modified>
</cp:coreProperties>
</file>